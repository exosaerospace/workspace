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8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Workplace Safety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Workplace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this training, we will cover the following topics:</a:t>
            </a:r>
          </a:p>
          <a:p>
            <a:r>
              <a:t>- OSHA requirements</a:t>
            </a:r>
          </a:p>
          <a:p>
            <a:r>
              <a:t>- Hazard communication</a:t>
            </a:r>
          </a:p>
          <a:p>
            <a:r>
              <a:t>- Emergency action plan</a:t>
            </a:r>
          </a:p>
          <a:p>
            <a:r>
              <a:t>- Fire safety</a:t>
            </a:r>
          </a:p>
          <a:p>
            <a:r>
              <a:t>- Ergonomics</a:t>
            </a:r>
          </a:p>
          <a:p>
            <a:r>
              <a:t>- Reporting procedures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OSHA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OSHA requires employers to provide a workplace free from recognized hazards that are likely to cause death or serious physical harm. This includes proper training and equipment for employees.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Hazard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Hazard communication involves:</a:t>
            </a:r>
          </a:p>
          <a:p>
            <a:r>
              <a:rPr dirty="0"/>
              <a:t>- Identifying and labeling hazardous materials</a:t>
            </a:r>
          </a:p>
          <a:p>
            <a:r>
              <a:rPr dirty="0"/>
              <a:t>- Providing Safety Data Sheets (SDS)</a:t>
            </a:r>
          </a:p>
          <a:p>
            <a:r>
              <a:rPr dirty="0"/>
              <a:t>- Training employees on handling and using hazardous materials safely.</a:t>
            </a:r>
            <a:endParaRPr lang="en-US" dirty="0"/>
          </a:p>
          <a:p>
            <a:r>
              <a:rPr lang="en-US" dirty="0"/>
              <a:t>- Review SDS manual and evaluate if Exos has added anything in our processes that is not included in the manual.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workplace should have an emergency action plan that includes:</a:t>
            </a:r>
          </a:p>
          <a:p>
            <a:r>
              <a:t>- Evacuation procedures</a:t>
            </a:r>
          </a:p>
          <a:p>
            <a:r>
              <a:t>- Emergency contacts</a:t>
            </a:r>
          </a:p>
          <a:p>
            <a:r>
              <a:t>- Roles and responsibilities during an emergency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 safety protocols include:</a:t>
            </a:r>
          </a:p>
          <a:p>
            <a:r>
              <a:t>- Knowing the location of fire extinguishers</a:t>
            </a:r>
          </a:p>
          <a:p>
            <a:r>
              <a:t>- Understanding how to use fire extinguishers</a:t>
            </a:r>
          </a:p>
          <a:p>
            <a:r>
              <a:t>- Regular fire drills</a:t>
            </a:r>
          </a:p>
          <a:p>
            <a:r>
              <a:t>- Keeping exits clear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Ergonomics and Injury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Ergonomics focuses on designing workstations to prevent injuries. Key points include:</a:t>
            </a:r>
          </a:p>
          <a:p>
            <a:r>
              <a:t>- Proper posture and alignment</a:t>
            </a:r>
          </a:p>
          <a:p>
            <a:r>
              <a:t>- Using ergonomic tools and equipment</a:t>
            </a:r>
          </a:p>
          <a:p>
            <a:r>
              <a:t>- Taking regular breaks to prevent strain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Employees should report any unsafe conditions or incidents immediately. Use the Incident Reporting Form provided to document and report incidents.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0" ma:contentTypeDescription="Create a new document." ma:contentTypeScope="" ma:versionID="e6d4bfeaac68fd51c27ad90f170846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8D7D433-3F69-4212-8C8F-A7BA51ABD246}"/>
</file>

<file path=customXml/itemProps2.xml><?xml version="1.0" encoding="utf-8"?>
<ds:datastoreItem xmlns:ds="http://schemas.openxmlformats.org/officeDocument/2006/customXml" ds:itemID="{540F24B0-C0F7-4763-BF8F-B6155A7C4B92}"/>
</file>

<file path=customXml/itemProps3.xml><?xml version="1.0" encoding="utf-8"?>
<ds:datastoreItem xmlns:ds="http://schemas.openxmlformats.org/officeDocument/2006/customXml" ds:itemID="{BEDE2589-AAF5-485B-8F71-C95C4996E578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237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Workplace Safety Training</vt:lpstr>
      <vt:lpstr>Introduction to Workplace Safety</vt:lpstr>
      <vt:lpstr>OSHA Requirements</vt:lpstr>
      <vt:lpstr>Hazard Communication</vt:lpstr>
      <vt:lpstr>Emergency Action Plan</vt:lpstr>
      <vt:lpstr>Fire Safety</vt:lpstr>
      <vt:lpstr>Ergonomics and Injury Prevention</vt:lpstr>
      <vt:lpstr>Reporting Procedures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 Quinn</cp:lastModifiedBy>
  <cp:revision>2</cp:revision>
  <dcterms:created xsi:type="dcterms:W3CDTF">2013-01-27T09:14:16Z</dcterms:created>
  <dcterms:modified xsi:type="dcterms:W3CDTF">2024-08-29T15:53:20Z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</Properties>
</file>