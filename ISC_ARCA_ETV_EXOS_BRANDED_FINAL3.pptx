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hyperlink" Target="https://www.youtube.com/watch?v=FwMNBCQ1BJ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  <p:pic>
        <p:nvPicPr>
          <p:cNvPr id="20" name="Picture 19" descr="yt_thumbnail_hq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57200"/>
            <a:ext cx="36576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" y="3246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6B00"/>
                </a:solidFill>
                <a:latin typeface="Calibri"/>
              </a:rPr>
              <a:t>▶  Watch: SuperMOD VTVL Boosted Hop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  <p:pic>
        <p:nvPicPr>
          <p:cNvPr id="35" name="Picture 34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