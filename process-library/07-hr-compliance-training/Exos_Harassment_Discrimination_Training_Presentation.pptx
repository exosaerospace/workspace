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5" Type="http://schemas.openxmlformats.org/officeDocument/2006/relationships/customXml" Target="../customXml/item2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customXml" Target="../customXml/item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Harassment and Discrimination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this training, we will cover the following topics:</a:t>
            </a:r>
          </a:p>
          <a:p>
            <a:r>
              <a:t>- Definitions of harassment and discrimination</a:t>
            </a:r>
          </a:p>
          <a:p>
            <a:r>
              <a:t>- Examples of inappropriate behavior</a:t>
            </a:r>
          </a:p>
          <a:p>
            <a:r>
              <a:t>- Reporting procedures</a:t>
            </a:r>
          </a:p>
          <a:p>
            <a:r>
              <a:t>- Company policies and employee responsibilities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Harassment: Unwelcome behavior based on race, gender, religion, etc.</a:t>
            </a:r>
          </a:p>
          <a:p>
            <a:r>
              <a:t>Discrimination: Unfair treatment based on protected characteristics.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Harassment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Sexual advances or inappropriate touching</a:t>
            </a:r>
          </a:p>
          <a:p>
            <a:r>
              <a:t>- Offensive jokes or slurs</a:t>
            </a:r>
          </a:p>
          <a:p>
            <a:r>
              <a:t>- Unwanted comments about physical appearance</a:t>
            </a:r>
          </a:p>
          <a:p>
            <a:r>
              <a:t>- Displaying derogatory images or texts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you experience or witness harassment or discrimination:</a:t>
            </a:r>
          </a:p>
          <a:p>
            <a:r>
              <a:t>1. Report the incident to HR or a designated company representative.</a:t>
            </a:r>
          </a:p>
          <a:p>
            <a:r>
              <a:t>2. Reports can be made anonymously.</a:t>
            </a:r>
          </a:p>
          <a:p>
            <a:r>
              <a:t>3. The company will investigate all reports promptly and confidentially.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company has a zero-tolerance policy for harassment and discrimination. Employees found to have violated these policies will face disciplinary action, up to and including termination.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Employees are responsible for:</a:t>
            </a:r>
          </a:p>
          <a:p>
            <a:r>
              <a:t>- Treating all coworkers with respect.</a:t>
            </a:r>
          </a:p>
          <a:p>
            <a:r>
              <a:t>- Reporting any incidents of harassment or discrimination.</a:t>
            </a:r>
          </a:p>
          <a:p>
            <a:r>
              <a:t>- Cooperating in any investigations related to harassment or discrimination.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0" ma:contentTypeDescription="Create a new document." ma:contentTypeScope="" ma:versionID="e6d4bfeaac68fd51c27ad90f170846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B7BCED-1D29-458B-8C7F-C4100A40E39A}"/>
</file>

<file path=customXml/itemProps2.xml><?xml version="1.0" encoding="utf-8"?>
<ds:datastoreItem xmlns:ds="http://schemas.openxmlformats.org/officeDocument/2006/customXml" ds:itemID="{9EDB7245-6A36-42F1-8366-F9F3394B66B7}"/>
</file>

<file path=customXml/itemProps3.xml><?xml version="1.0" encoding="utf-8"?>
<ds:datastoreItem xmlns:ds="http://schemas.openxmlformats.org/officeDocument/2006/customXml" ds:itemID="{392113E2-704C-4E8B-846F-2398D69CD628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</Properties>
</file>