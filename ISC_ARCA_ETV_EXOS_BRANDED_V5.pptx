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8" d="100"/>
          <a:sy n="58" d="100"/>
        </p:scale>
        <p:origin x="36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INNOVATIVE SPACE CARRIER - EXOS </a:t>
            </a:r>
          </a:p>
          <a:p>
            <a:pPr algn="ctr"/>
            <a:r>
              <a:rPr lang="en-US" sz="4800" dirty="0"/>
              <a:t>ASCA ETV</a:t>
            </a:r>
          </a:p>
          <a:p>
            <a:pPr algn="ctr"/>
            <a:r>
              <a:rPr lang="en-US" sz="4800" dirty="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xo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18288"/>
            <a:ext cx="1463040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56832"/>
            <a:ext cx="1164336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ASCA 1.0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Flight altitude: 0.1 km (328ft)</a:t>
            </a:r>
            <a:br>
              <a:rPr lang="en-US" sz="2400" dirty="0"/>
            </a:br>
            <a:r>
              <a:rPr lang="en-US" sz="2400" dirty="0"/>
              <a:t>・Purpose: Demonstration of vertical takeoff and landing</a:t>
            </a:r>
            <a:br>
              <a:rPr lang="en-US" sz="2400" dirty="0"/>
            </a:br>
            <a:r>
              <a:rPr lang="en-US" sz="2400" dirty="0"/>
              <a:t>・Features:</a:t>
            </a:r>
            <a:br>
              <a:rPr lang="en-US" sz="2400" dirty="0"/>
            </a:br>
            <a:r>
              <a:rPr lang="en-US" sz="2400" dirty="0"/>
              <a:t>     - Hadley engines (2?)</a:t>
            </a:r>
            <a:br>
              <a:rPr lang="en-US" sz="2400" dirty="0"/>
            </a:br>
            <a:r>
              <a:rPr lang="en-US" sz="2400" dirty="0"/>
              <a:t>     -  ~40% of the airframe mass </a:t>
            </a:r>
          </a:p>
          <a:p>
            <a:r>
              <a:rPr lang="en-US" sz="2400" dirty="0"/>
              <a:t>         3D-printed</a:t>
            </a:r>
            <a:br>
              <a:rPr lang="en-US" sz="2400" dirty="0"/>
            </a:br>
            <a:r>
              <a:rPr lang="en-US" sz="2400" dirty="0"/>
              <a:t>     -  Adoption of Model Predictive  </a:t>
            </a:r>
          </a:p>
          <a:p>
            <a:r>
              <a:rPr lang="en-US" sz="2400" dirty="0"/>
              <a:t>         Control</a:t>
            </a:r>
            <a:r>
              <a:rPr lang="en-US" sz="2800" dirty="0"/>
              <a:t> (MPC) for powered</a:t>
            </a:r>
          </a:p>
          <a:p>
            <a:r>
              <a:rPr lang="en-US" sz="2800" dirty="0"/>
              <a:t>        landing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sz="2400" dirty="0"/>
              <a:t>Autonomous flight safety measures</a:t>
            </a:r>
          </a:p>
          <a:p>
            <a:r>
              <a:rPr lang="en-US" sz="2400" dirty="0"/>
              <a:t>    - Spaceport America (NM, USA)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Replacing various components to evaluate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2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This video shows a “boosted hop”, engine always on, to </a:t>
            </a:r>
            <a:r>
              <a:rPr lang="en-US" sz="2800" b="1" dirty="0"/>
              <a:t>1,200m </a:t>
            </a:r>
            <a:r>
              <a:rPr lang="en-US" sz="2800" dirty="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SuperMOD</a:t>
            </a:r>
            <a:r>
              <a:rPr lang="en-US" sz="3600" b="1" dirty="0"/>
              <a:t> VTVL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EXOS HVRR RDRE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4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 dirty="0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Two-stage recovery, with supersonic decelerator ballute and GPS guided Joint Precision Air Drop System [JPADS] main chute.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 dirty="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 dirty="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6 / 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 dirty="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 dirty="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 dirty="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 dirty="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7 / 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8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 err="1">
                <a:latin typeface="Arial" panose="020B0604020202020204" pitchFamily="34" charset="0"/>
              </a:rPr>
              <a:t>Systron</a:t>
            </a:r>
            <a:r>
              <a:rPr lang="en-US" altLang="en-US" sz="2800" dirty="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 dirty="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 dirty="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xo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10 /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obtain </a:t>
            </a:r>
            <a:r>
              <a:rPr lang="en-US" sz="2800" dirty="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 dirty="0"/>
              <a:t>§123 “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~$3.0M and 12-months to free flights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12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~$4.5M and 18.months to free flights.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Point to Point [</a:t>
            </a:r>
            <a:r>
              <a:rPr lang="en-US" sz="2800" dirty="0" err="1"/>
              <a:t>PtP</a:t>
            </a:r>
            <a:r>
              <a:rPr lang="en-US" sz="2800" dirty="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exo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18288"/>
            <a:ext cx="1371600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14 / 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647688"/>
            <a:ext cx="11643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CCCCCC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1219200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8288"/>
            <a:ext cx="1463040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69040" y="5486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19088"/>
            <a:ext cx="1164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4472C4"/>
                </a:solidFill>
                <a:latin typeface="Calibri"/>
              </a:rPr>
              <a:t>jquinn@exosaero.com  |  +1-972-740-8355  |  www.exosaero.com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11643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AAAAAA"/>
                </a:solidFill>
                <a:latin typeface="Calibri"/>
              </a:rPr>
              <a:t>EXOS AEROSPACE SYSTEMS &amp; TECHNOLOGIES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58a10-1879-455f-b4fa-cfdedf85505e"/>
    <ds:schemaRef ds:uri="917a3f04-5547-4e83-a675-a0677bb257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http://schemas.microsoft.com/office/2006/metadata/properties"/>
    <ds:schemaRef ds:uri="http://schemas.microsoft.com/office/infopath/2007/PartnerControls"/>
    <ds:schemaRef ds:uri="917a3f04-5547-4e83-a675-a0677bb25779"/>
    <ds:schemaRef ds:uri="e1558a10-1879-455f-b4fa-cfdedf85505e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1357</Words>
  <Application>Microsoft Office PowerPoint</Application>
  <PresentationFormat>Widescreen</PresentationFormat>
  <Paragraphs>118</Paragraphs>
  <Slides>15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lastModifiedBy>Neil Milburn</cp:lastModifiedBy>
  <cp:revision>5</cp:revision>
  <dcterms:created xsi:type="dcterms:W3CDTF">2026-03-25T21:27:39Z</dcterms:created>
  <dcterms:modified xsi:type="dcterms:W3CDTF">2026-03-30T13:13:35Z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