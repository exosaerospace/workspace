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requested of the SSLC board at this meeting:</a:t>
            </a:r>
            <a:br/>
            <a:r>
              <a:t>  Motion 1: Confirm §3 exclusivity under the May 2025 Asset Acquisition Agreement. 90-day period begins on approval.</a:t>
            </a:r>
            <a:br/>
            <a:r>
              <a:t>  Motion 2: Grant full read-only QuickBooks Online access to John Quinn and Exos's finance reviewer to reconcile the $864K 'billed-ahead' balance and shared-facility costs. Basis: Cal. Corp. Code §1602 inspection right + AAA confirmatory diligence. Confidential under the 7/27/2021 NDA.</a:t>
            </a:r>
            <a:br/>
            <a:r>
              <a:t>  Motion 3: Consent to Exos using the same QB data to evaluate its in-house ERP/MRP and inventory systems for the combined operation. Confidential under the NDA.</a:t>
            </a:r>
            <a:br/>
            <a:r>
              <a:t>Governance: John Quinn abstains on all motions as an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SSLC's own numbers, presented factually and respectfully. The $198K cash figure is from the email draft. The $713K last quarter is from the offer summary. The $5.1M milestone (M1) requires nearly double that quarterly pace starting immediately — this is the context for why the Exos offer provides meaningful value through financing close and earn-out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actions needed today: (1) confirm §3 exclusivity — starts the 90-day window; (2) grant full read-only QB access for reconciliation of the $864K balance and facility costs; (3) consent to ERP/inventory evaluation using the same data. All confidential under the 7/27/2021 NDA. Once Motion 1 is confirmed, the 90-day exclusivity period begins.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</a:t>
            </a:r>
            <a:br/>
            <a:r>
              <a:t>  Equity: QB Balance Sheet 8/21/2026 (data-room/SSLC/2026-7_BS_8-21-26.pdf). Total paid-in $1,014,465; Exos paid $789,572 per AAA Oct 2023.</a:t>
            </a:r>
            <a:br/>
            <a:r>
              <a:t>  Accum. deficit −$2,571,012.99 per QB BS 8/21/2026.</a:t>
            </a:r>
            <a:br/>
            <a:r>
              <a:t>  Total equity −$1,403,075 per Board Package 10/6/2026.</a:t>
            </a:r>
            <a:br/>
            <a:r>
              <a:t>  Debt: Board Package 10/6/2026 + QB BS 8/21. Total loans &amp; notes $1,027,783 confirmed.</a:t>
            </a:r>
            <a:br/>
            <a:r>
              <a:t>  Facility costs: QB P&amp;L FY26 CONFIRMED $353,978; FY27 Jul–Aug21 $32,860 (partial).</a:t>
            </a:r>
            <a:br/>
            <a:r>
              <a:t>  2-yr ~$967K estimate uses FY26 monthly rate ~$29.5K/mo for the remainder; CAVEAT: FY25 not on disk.</a:t>
            </a:r>
            <a:br/>
            <a:r>
              <a:t>  Microcosm offset: 50% share is MANAGEMENT ASSUMPTION — no written cost-sharing agreement found.</a:t>
            </a:r>
            <a:br/>
            <a:r>
              <a:t>  Must verify: (1) SSLC paid 100% of costs, (2) written agreement, (3) Microcosm's share allocation.</a:t>
            </a:r>
            <a:br/>
            <a:r>
              <a:t>  At 50% share offset ~$483K &gt; Due-to-Microcosm $451K → net creditor ~$32K.</a:t>
            </a:r>
            <a:br/>
            <a:r>
              <a:t>  At 40%: net-owe ~$65K; at 60%: net creditor ~$129K.</a:t>
            </a:r>
            <a:br/>
            <a:r>
              <a:t>  $864K billed-ahead balance: from QB FY27 Q1 actual. Nature disputed; full QB access requested.</a:t>
            </a:r>
            <a:br/>
            <a:r>
              <a:t>  CAUTION: Do not represent offset as a verified legal claim without written agreement.</a:t>
            </a:r>
            <a:br/>
            <a:r>
              <a:t>Source file: drafts/SSLC_QB_Equity_Debt_Microcosm_Facility_2026-10-10.xlsx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separate motions for the SSLC Board:</a:t>
            </a:r>
            <a:br/>
            <a:br/>
            <a:r>
              <a:t>Motion 1: §3 exclusivity confirmation under May 2025 Asset Acquisition Agreement. 90-day period begins on board approval; extension not unreasonably withheld. This is the gate for diligence, definitive agreement, and financing close.</a:t>
            </a:r>
            <a:br/>
            <a:br/>
            <a:r>
              <a:t>Motion 2: Full read-only QB Online access — accountant or all-access user — for John Quinn and one Exos finance reviewer. Legal basis: Cal. Corp. Code §1602 (director inspection right) + AAA §4 confirmatory diligence. Confidential under the 7/27/2021 NDA. Purpose: reconcile the $864K 'billed-ahead' balance (FY27 Q1 QB) and verify the shared Microcosm facility-cost offset before close.</a:t>
            </a:r>
            <a:br/>
            <a:br/>
            <a:r>
              <a:t>Motion 3 (separate): Consent to Exos using the same QB data to evaluate its ERP/MRP and inventory systems for the combined operation. Evaluation only — no obligation to implement. Confidential under the NDA.</a:t>
            </a:r>
            <a:br/>
            <a:br/>
            <a:r>
              <a:t>Governance: John Quinn is an interested director (Exos is the offeror and Quinn holds an Exos loan to SSLC). He abstains on all three motions; each is decided by the disinterested directors.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three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400" b="1" dirty="0">
                <a:solidFill>
                  <a:srgbClr val="F26A21"/>
                </a:solidFill>
              </a:rPr>
              <a:t>Motion 3: </a:t>
            </a:r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$198K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on hand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Current working capital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A $5.1M fiscal year requires approximately $1.46M per quarter — nearly double last quarter's pace of $713K — starting Oct 1st. Exos's offer removes the funding risk, solves the physical-space and single-winder constraints (with capital in the new year),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(10/2/2026)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equity (10/2/2026)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−$1,403,075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(11%, Acct 2720)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$1,275,622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UNBOOKED OFFSET  (illustrative — no written cost-sharing agreement on file)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SSLC has paid ~100% of shared Torrance facility costs: ~$354K in FY26 (rent $294K + utilities $31K + other), ~$967K est. Jan 2024–Oct 2026.  At a 50% Microcosm share (illustrative) → ~$483K offsets $451K due to Microcosm = SSLC net creditor ~$32K.  "$864K 'billed-ahead' balance disputed; under review (full QuickBooks access requested)."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8/21 and 10/2/2026; Microcosm offset illustrative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657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30352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30352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0350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12647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914400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59" y="7132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59" y="9692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847088"/>
            <a:ext cx="8778240" cy="126187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847088"/>
            <a:ext cx="50292" cy="12618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192938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231136"/>
            <a:ext cx="6217920" cy="786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Purpose: reconcile the $864K "billed-ahead" balance and shared-facility costs (Microcosm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offset) before close.  Basis: Cal. Corp. Code §1602 director inspection right + AAA §4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confirmatory diligence.  Confidential under the 7/27/2021 NDA.</a:t>
            </a:r>
          </a:p>
          <a:p>
            <a:r>
              <a:rPr lang="en-US" sz="800" b="1" dirty="0">
                <a:solidFill>
                  <a:srgbClr val="F26A21"/>
                </a:solidFill>
                <a:latin typeface="Calibri"/>
              </a:rPr>
              <a:t>Access to be granted no later than October 15,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59" y="2029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59" y="2286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163824"/>
            <a:ext cx="8778240" cy="10972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163824"/>
            <a:ext cx="50292" cy="1097280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36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2461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547872"/>
            <a:ext cx="6217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80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59" y="33467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36027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325112"/>
            <a:ext cx="8778240" cy="201168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35254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Three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1–3.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