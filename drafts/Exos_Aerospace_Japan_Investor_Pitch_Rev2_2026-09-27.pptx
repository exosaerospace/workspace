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shihisa Kumazawa" userId="cb6e1c9866b39365" providerId="LiveId" clId="{C1F3BA26-08C3-4157-A6C1-1BA9BECA4735}"/>
    <pc:docChg chg="custSel modSld">
      <pc:chgData name="Toshihisa Kumazawa" userId="cb6e1c9866b39365" providerId="LiveId" clId="{C1F3BA26-08C3-4157-A6C1-1BA9BECA4735}" dt="2026-09-25T14:47:25.290" v="6" actId="478"/>
      <pc:docMkLst>
        <pc:docMk/>
      </pc:docMkLst>
      <pc:sldChg chg="addSp delSp modSp mod">
        <pc:chgData name="Toshihisa Kumazawa" userId="cb6e1c9866b39365" providerId="LiveId" clId="{C1F3BA26-08C3-4157-A6C1-1BA9BECA4735}" dt="2026-09-25T14:47:25.290" v="6" actId="478"/>
        <pc:sldMkLst>
          <pc:docMk/>
          <pc:sldMk cId="0" sldId="261"/>
        </pc:sldMkLst>
        <pc:picChg chg="add del mod">
          <ac:chgData name="Toshihisa Kumazawa" userId="cb6e1c9866b39365" providerId="LiveId" clId="{C1F3BA26-08C3-4157-A6C1-1BA9BECA4735}" dt="2026-09-25T14:47:25.290" v="6" actId="478"/>
          <ac:picMkLst>
            <pc:docMk/>
            <pc:sldMk cId="0" sldId="261"/>
            <ac:picMk id="21" creationId="{4718A0AA-E40D-5D6D-EB7B-4832B95DE7E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E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371600" cy="473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74519"/>
            <a:ext cx="594360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5F5F5"/>
                </a:solidFill>
                <a:latin typeface="Aptos"/>
              </a:rPr>
              <a:t>EXOS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657600" cy="5486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671C"/>
                </a:solidFill>
                <a:latin typeface="Aptos"/>
              </a:rPr>
              <a:t>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603504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F5F5F5"/>
                </a:solidFill>
                <a:latin typeface="Aptos"/>
              </a:rPr>
              <a:t>A partnership &amp; investment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020029" cy="437043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Reusable launch capability • Lunar-proven cryogenic tank technology </a:t>
            </a:r>
            <a:endParaRPr lang="en-US" sz="13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• Japan expansion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143000" cy="50292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828032"/>
            <a:ext cx="621792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F5F5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105156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B1B4B9"/>
                </a:solidFill>
                <a:latin typeface="Aptos"/>
              </a:rPr>
              <a:t>October 2026  |  Toshi Kumazawa, Japan BD  •  John Quinn, Co-founder &amp; CEO</a:t>
            </a:r>
          </a:p>
        </p:txBody>
      </p:sp>
      <p:pic>
        <p:nvPicPr>
          <p:cNvPr id="4" name="Picture 24">
            <a:extLst>
              <a:ext uri="{FF2B5EF4-FFF2-40B4-BE49-F238E27FC236}">
                <a16:creationId xmlns:a16="http://schemas.microsoft.com/office/drawing/2014/main" id="{7CA3B4F1-9003-7825-70D3-1D15C544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03" y="1028832"/>
            <a:ext cx="4466079" cy="5257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01  | 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profitable U.S. space company with real flight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A focused combination of reusable launch capability and advanced cryogenic tank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years of reusable-vehicle heritage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38144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FAA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licensed for reusable launch operations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52744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$1.49M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2025 revenue · EBITDA $254K (17%)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1936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96528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TRL-9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Type-5 linerless composite cryogenic tanks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5F5F5"/>
                </a:solidFill>
                <a:latin typeface="Aptos"/>
              </a:rPr>
              <a:t>Heritage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011" y="3909881"/>
            <a:ext cx="4307589" cy="77559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6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600" b="0" i="0" dirty="0">
                <a:solidFill>
                  <a:srgbClr val="B1B4B9"/>
                </a:solidFill>
                <a:latin typeface="Aptos"/>
              </a:rPr>
              <a:t> brings more than two decades of hands-on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reusable-vehicle experience,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rooted in the Armadillo Aerospace heritage.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5F5F5"/>
                </a:solidFill>
                <a:latin typeface="Aptos"/>
              </a:rPr>
              <a:t>The 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09881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BLK3: out-of-autoclave carbon composite, low parts count, recovered and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reflown</a:t>
            </a:r>
            <a:r>
              <a:rPr sz="1400" dirty="0">
                <a:solidFill>
                  <a:srgbClr val="F5F5F5"/>
                </a:solidFill>
                <a:latin typeface="Aptos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SSLC / Scorpius: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linerless</a:t>
            </a:r>
            <a:r>
              <a:rPr sz="1400" dirty="0">
                <a:solidFill>
                  <a:srgbClr val="F5F5F5"/>
                </a:solidFill>
                <a:latin typeface="Aptos"/>
              </a:rPr>
              <a:t> Type-5 composite cryogenic tanks designed for demanding applications.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Type-5 tanks have flown in lunar missions.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02</a:t>
            </a:r>
          </a:p>
        </p:txBody>
      </p:sp>
      <p:sp>
        <p:nvSpPr>
          <p:cNvPr id="14" name="FY25 footnote"/>
          <p:cNvSpPr txBox="1"/>
          <p:nvPr/>
        </p:nvSpPr>
        <p:spPr>
          <a:xfrm>
            <a:off x="5952744" y="3035808"/>
            <a:ext cx="2514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FY2025, accrual basis, unaudited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02  |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Technology that has already left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strongest investor story is not a promise of future technology—it is demonstrated hardware and mission heritage.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" y="4507992"/>
            <a:ext cx="4586250" cy="4754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6453" y="4666574"/>
            <a:ext cx="31089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F5F5F5"/>
                </a:solidFill>
                <a:latin typeface="Aptos"/>
              </a:rPr>
              <a:t>Lunar mission heritage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860804"/>
            <a:ext cx="5292667" cy="1006429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SSLC Type-5 tanks flew as fuel &amp; LOX tanks </a:t>
            </a:r>
            <a:endParaRPr lang="en-US" sz="2100" b="1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on Intuitive Machines' Odysseus (2024)</a:t>
            </a:r>
            <a:r>
              <a:rPr lang="en-US" sz="2100" b="1" dirty="0">
                <a:solidFill>
                  <a:srgbClr val="F5F5F5"/>
                </a:solidFill>
                <a:latin typeface="Aptos"/>
              </a:rPr>
              <a:t>,</a:t>
            </a: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 and Athena lunar landers.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3401568"/>
            <a:ext cx="5577840" cy="1828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0" y="3657600"/>
            <a:ext cx="41148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671C"/>
                </a:solidFill>
                <a:latin typeface="Aptos"/>
              </a:rPr>
              <a:t>Why this matters for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160520"/>
            <a:ext cx="5715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reusable flight-test platform for Japanese industry and universities.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Cryogenic tank technology applicable to launch and in-space propellant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technology base for long-term Japanese manufacturing and technical partnerships.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03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0CCD40DA-B949-11A5-213B-B2BB3AD0A2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8"/>
          <a:stretch/>
        </p:blipFill>
        <p:spPr>
          <a:xfrm>
            <a:off x="653262" y="2215465"/>
            <a:ext cx="4545636" cy="2271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03  |  WHY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local platform connecting Exos technology to Japanese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Exos Aerospace Japan is designed as an operating company—not simply a sales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mp_image7.png_7.55_2.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66344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4160520"/>
            <a:ext cx="42976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Hokkaido Spaceport (HOSPO)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40850"/>
            <a:ext cx="4398833" cy="4678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A potential operating base for BLK3 wet-lease reusable </a:t>
            </a:r>
            <a:endParaRPr lang="en-US" sz="14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suborbital flight services, with </a:t>
            </a:r>
            <a:r>
              <a:rPr sz="14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400" b="0" i="0" dirty="0">
                <a:solidFill>
                  <a:srgbClr val="B1B4B9"/>
                </a:solidFill>
                <a:latin typeface="Aptos"/>
              </a:rPr>
              <a:t> as licensed operator.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1"/>
            <a:ext cx="521208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5F5F5"/>
                </a:solidFill>
                <a:latin typeface="Aptos"/>
              </a:rPr>
              <a:t>Japan operating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5715000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Establish Exos Aerospace Japan (K.K.), with local office and team in 2026.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Deploy BLK3 as a verification / flight-test platform for Japanese customers.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Offer reusable rocket engines and SSLC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Build consulting and long-term technical collaboration in Japan.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04  | 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structured raise to build Exos Aerospace Japan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Investors buy units in Exos Aerospace Investments, LLC (offshore Reg S); proceeds fund Exos Aerospace Japan (K.K.), a wholly-owned subsidiary.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1965960"/>
            <a:ext cx="3520440" cy="19202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13969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71C"/>
                </a:solidFill>
                <a:latin typeface="Aptos"/>
              </a:rPr>
              <a:t>JAPAN ROUND — REG S, VIA EAI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432304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F5F5"/>
                </a:solidFill>
                <a:latin typeface="Aptos"/>
              </a:rPr>
              <a:t>¥790M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2918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1B4B9"/>
                </a:solidFill>
                <a:latin typeface="Aptos"/>
              </a:rPr>
              <a:t>≈ US$5.0M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58444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B1B4B9"/>
                </a:solidFill>
                <a:latin typeface="Aptos"/>
              </a:rPr>
              <a:t>at ~¥157 / US$ (27 Sep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029968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STRUCTURED FOR REALISTIC EQUITY FINANCING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2359152"/>
            <a:ext cx="7178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Offshore Reg S round into EAI LLC now  →  proceeds fund the K.K. build-out  →  growth as Japan revenue scales. Priced off the Exos U.S. valuation.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273552"/>
            <a:ext cx="7178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USE OF FUNDS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Japan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Stand up the local operating company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Flight capability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Secure a BLK3 wet-lease for HOSPO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Local presence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Open the Japan office in 2026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8944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Growth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6104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Customers, partners &amp; licensed tank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" y="4956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71C"/>
                </a:solidFill>
                <a:latin typeface="Aptos"/>
              </a:rPr>
              <a:t>OWNERSHIP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526694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Investors hold units in Exos Aerospace Investments, LLC; EAI units mirror Exos U.S. shares. Exos Aerospace Japan K.K. is a wholly-owned subsidiary of Exos U.S., modeled on Exos Aerospace Italia.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053328"/>
            <a:ext cx="105156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05  | 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Path to profit growth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How investors realize a return — recurring revenue growth, then a defined exit. Non-dilutive layers can complement the equity 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36576"/>
          </a:xfrm>
          <a:prstGeom prst="rect">
            <a:avLst/>
          </a:prstGeom>
          <a:solidFill>
            <a:srgbClr val="FF6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ROUND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Fund Japan stand-up + first wet-lease flights at HOSPO.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Recurring revenue — wet-lease flights · Type-5 tank &amp; engine sales · verification &amp; consulting.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EXIT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Liquidity through an Exos U.S. event (public listing or acquisition), realized via EAI LLC. Horizon ~3+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343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ALSO ON THE TABLE — NON-DILUTIVE LAYERS  (per Innovation Dojo)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Payload pre-sales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Reserve BLK3 flight capacity ahead of service — cash in without giving up equity.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Crowdfunding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Community &amp; supporter participation to broaden the base and build the Japan brand.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1B4B9"/>
                </a:solidFill>
                <a:latin typeface="Aptos"/>
              </a:rPr>
              <a:t>06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05332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06  |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The Japan opportunity is already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Current signals point to customer demand, infrastructure collaboration, and an expanding local partner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2199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CUSTOMER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85416"/>
            <a:ext cx="488428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LOI received for a fuel-tank order from a Japanese space-development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company; engine-specification inquiry also received.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9184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45643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419856"/>
            <a:ext cx="5048113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Collaboration discussions underway with Hokkaido Spaceport (HOSPO /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Space Cotan).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2628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PARTNER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654296"/>
            <a:ext cx="488289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50" b="0" i="0" dirty="0">
                <a:solidFill>
                  <a:srgbClr val="F5F5F5"/>
                </a:solidFill>
                <a:latin typeface="Aptos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60920" y="4892040"/>
            <a:ext cx="42062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F5F5"/>
                </a:solidFill>
                <a:latin typeface="Aptos"/>
              </a:rPr>
              <a:t>October 2026: CEO visit to 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468112"/>
            <a:ext cx="36576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 dirty="0">
                <a:solidFill>
                  <a:srgbClr val="B1B4B9"/>
                </a:solidFill>
                <a:latin typeface="Aptos"/>
              </a:rPr>
              <a:t>HOSPO • LOI client • space-development companies • prospective investors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07  | 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Build Exos Aerospace Japan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objective: turn proven U.S. technology into a durable Japan operating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2103120"/>
            <a:ext cx="5029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5F5F5"/>
                </a:solidFill>
                <a:latin typeface="Aptos"/>
              </a:rPr>
              <a:t>What partners can help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670048"/>
            <a:ext cx="557784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local reusable-flight capability at HOSPO.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Japanese customer and university flight-test platform.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Local technical partnerships for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long-term Exos presence in Japan.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919472"/>
            <a:ext cx="5532120" cy="54864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5184648"/>
            <a:ext cx="50292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671C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577840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  <a:latin typeface="Aptos"/>
              </a:rPr>
              <a:t>Toshi Kumazawa  •  toshihisa@exosaero.com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5870448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B1B4B9"/>
                </a:solidFill>
                <a:latin typeface="Aptos"/>
              </a:rPr>
              <a:t>John Quinn  •  Co-founder &amp; 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97880"/>
            <a:ext cx="45720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Built in Japan, together with Japan.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08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CE6054FA-7F78-465D-8D39-9D6A5BBDC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4" y="2159559"/>
            <a:ext cx="5146272" cy="2784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686</Words>
  <Application>Microsoft Office PowerPoint</Application>
  <PresentationFormat>ワイド画面</PresentationFormat>
  <Paragraphs>108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Toshihisa Kumazawa</dc:creator>
  <cp:keywords/>
  <dc:description>generated using python-pptx</dc:description>
  <cp:lastModifiedBy>Toshihisa Kumazawa</cp:lastModifiedBy>
  <cp:revision>3</cp:revision>
  <dcterms:created xsi:type="dcterms:W3CDTF">2013-01-27T09:14:16Z</dcterms:created>
  <dcterms:modified xsi:type="dcterms:W3CDTF">2026-09-25T15:21:47Z</dcterms:modified>
  <cp:category/>
</cp:coreProperties>
</file>