
<file path=[Content_Types].xml><?xml version="1.0" encoding="utf-8"?>
<Types xmlns="http://schemas.openxmlformats.org/package/2006/content-types">
  <Default Extension="fntdata" ContentType="application/x-fontdata"/>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DM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DMSans-boldItalic.fntdata"/><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 Type="http://schemas.openxmlformats.org/officeDocument/2006/relationships/presProps" Target="presProps.xml"/><Relationship Id="rId25" Type="http://schemas.openxmlformats.org/officeDocument/2006/relationships/font" Target="fonts/DMSans-italic.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viewProps" Target="viewProps.xml"/><Relationship Id="rId16" Type="http://schemas.openxmlformats.org/officeDocument/2006/relationships/slide" Target="slides/slide11.xml"/><Relationship Id="rId29" Type="http://schemas.openxmlformats.org/officeDocument/2006/relationships/customXml" Target="../customXml/item3.xml"/><Relationship Id="rId24" Type="http://schemas.openxmlformats.org/officeDocument/2006/relationships/font" Target="fonts/DMSans-bold.fntdata"/><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23" Type="http://schemas.openxmlformats.org/officeDocument/2006/relationships/font" Target="fonts/DMSans-regular.fntdata"/><Relationship Id="rId5" Type="http://schemas.openxmlformats.org/officeDocument/2006/relationships/notesMaster" Target="notesMasters/notesMaster1.xml"/><Relationship Id="rId15" Type="http://schemas.openxmlformats.org/officeDocument/2006/relationships/slide" Target="slides/slide10.xml"/><Relationship Id="rId28" Type="http://schemas.openxmlformats.org/officeDocument/2006/relationships/customXml" Target="../customXml/item2.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e26b36b1a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e26b36b1a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55bdd27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55bdd27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e26b36b1a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e26b36b1a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f00bfe733_4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f00bfe733_4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e26b36b1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e26b36b1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e26b36b1a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e26b36b1a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e26b36b1a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e26b36b1a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e26b36b1a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e26b36b1a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e26b36b1a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e26b36b1a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1" type="ftr"/>
          </p:nvPr>
        </p:nvSpPr>
        <p:spPr>
          <a:xfrm>
            <a:off x="-786429" y="4910698"/>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13" name="Google Shape;13;p2"/>
          <p:cNvSpPr txBox="1"/>
          <p:nvPr>
            <p:ph idx="12" type="sldNum"/>
          </p:nvPr>
        </p:nvSpPr>
        <p:spPr>
          <a:xfrm>
            <a:off x="7086600" y="4910698"/>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 name="Shape 14"/>
        <p:cNvGrpSpPr/>
        <p:nvPr/>
      </p:nvGrpSpPr>
      <p:grpSpPr>
        <a:xfrm>
          <a:off x="0" y="0"/>
          <a:ext cx="0" cy="0"/>
          <a:chOff x="0" y="0"/>
          <a:chExt cx="0" cy="0"/>
        </a:xfrm>
      </p:grpSpPr>
      <p:sp>
        <p:nvSpPr>
          <p:cNvPr id="15" name="Google Shape;15;p3"/>
          <p:cNvSpPr txBox="1"/>
          <p:nvPr>
            <p:ph type="title"/>
          </p:nvPr>
        </p:nvSpPr>
        <p:spPr>
          <a:xfrm>
            <a:off x="629841" y="273844"/>
            <a:ext cx="7886700" cy="994172"/>
          </a:xfrm>
          <a:prstGeom prst="rect">
            <a:avLst/>
          </a:prstGeom>
          <a:noFill/>
          <a:ln>
            <a:noFill/>
          </a:ln>
        </p:spPr>
        <p:txBody>
          <a:bodyPr anchorCtr="0" anchor="ctr" bIns="26875" lIns="53775" spcFirstLastPara="1" rIns="53775" wrap="square" tIns="26875">
            <a:normAutofit/>
          </a:bodyPr>
          <a:lstStyle>
            <a:lvl1pPr lvl="0" algn="l">
              <a:lnSpc>
                <a:spcPct val="90000"/>
              </a:lnSpc>
              <a:spcBef>
                <a:spcPts val="0"/>
              </a:spcBef>
              <a:spcAft>
                <a:spcPts val="0"/>
              </a:spcAft>
              <a:buClr>
                <a:schemeClr val="dk1"/>
              </a:buClr>
              <a:buSzPts val="11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16" name="Google Shape;16;p3"/>
          <p:cNvSpPr txBox="1"/>
          <p:nvPr>
            <p:ph idx="1" type="body"/>
          </p:nvPr>
        </p:nvSpPr>
        <p:spPr>
          <a:xfrm>
            <a:off x="629842" y="1260872"/>
            <a:ext cx="3868340" cy="617934"/>
          </a:xfrm>
          <a:prstGeom prst="rect">
            <a:avLst/>
          </a:prstGeom>
          <a:noFill/>
          <a:ln>
            <a:noFill/>
          </a:ln>
        </p:spPr>
        <p:txBody>
          <a:bodyPr anchorCtr="0" anchor="b" bIns="26875" lIns="53775" spcFirstLastPara="1" rIns="53775" wrap="square" tIns="268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 name="Google Shape;17;p3"/>
          <p:cNvSpPr txBox="1"/>
          <p:nvPr>
            <p:ph idx="2" type="body"/>
          </p:nvPr>
        </p:nvSpPr>
        <p:spPr>
          <a:xfrm>
            <a:off x="629842" y="1878806"/>
            <a:ext cx="3868340" cy="2763441"/>
          </a:xfrm>
          <a:prstGeom prst="rect">
            <a:avLst/>
          </a:prstGeom>
          <a:noFill/>
          <a:ln>
            <a:noFill/>
          </a:ln>
        </p:spPr>
        <p:txBody>
          <a:bodyPr anchorCtr="0" anchor="t" bIns="26875" lIns="53775" spcFirstLastPara="1" rIns="53775" wrap="square" tIns="26875">
            <a:normAutofit/>
          </a:bodyPr>
          <a:lstStyle>
            <a:lvl1pPr indent="-298450" lvl="0" marL="457200" algn="l">
              <a:lnSpc>
                <a:spcPct val="90000"/>
              </a:lnSpc>
              <a:spcBef>
                <a:spcPts val="800"/>
              </a:spcBef>
              <a:spcAft>
                <a:spcPts val="0"/>
              </a:spcAft>
              <a:buClr>
                <a:schemeClr val="dk1"/>
              </a:buClr>
              <a:buSzPts val="1100"/>
              <a:buChar char="•"/>
              <a:defRPr/>
            </a:lvl1pPr>
            <a:lvl2pPr indent="-298450" lvl="1" marL="914400" algn="l">
              <a:lnSpc>
                <a:spcPct val="90000"/>
              </a:lnSpc>
              <a:spcBef>
                <a:spcPts val="400"/>
              </a:spcBef>
              <a:spcAft>
                <a:spcPts val="0"/>
              </a:spcAft>
              <a:buClr>
                <a:schemeClr val="dk1"/>
              </a:buClr>
              <a:buSzPts val="1100"/>
              <a:buChar char="•"/>
              <a:defRPr/>
            </a:lvl2pPr>
            <a:lvl3pPr indent="-298450" lvl="2" marL="1371600" algn="l">
              <a:lnSpc>
                <a:spcPct val="90000"/>
              </a:lnSpc>
              <a:spcBef>
                <a:spcPts val="400"/>
              </a:spcBef>
              <a:spcAft>
                <a:spcPts val="0"/>
              </a:spcAft>
              <a:buClr>
                <a:schemeClr val="dk1"/>
              </a:buClr>
              <a:buSzPts val="1100"/>
              <a:buChar char="•"/>
              <a:defRPr/>
            </a:lvl3pPr>
            <a:lvl4pPr indent="-298450" lvl="3" marL="1828800" algn="l">
              <a:lnSpc>
                <a:spcPct val="90000"/>
              </a:lnSpc>
              <a:spcBef>
                <a:spcPts val="400"/>
              </a:spcBef>
              <a:spcAft>
                <a:spcPts val="0"/>
              </a:spcAft>
              <a:buClr>
                <a:schemeClr val="dk1"/>
              </a:buClr>
              <a:buSzPts val="1100"/>
              <a:buChar char="•"/>
              <a:defRPr/>
            </a:lvl4pPr>
            <a:lvl5pPr indent="-298450" lvl="4" marL="2286000" algn="l">
              <a:lnSpc>
                <a:spcPct val="90000"/>
              </a:lnSpc>
              <a:spcBef>
                <a:spcPts val="400"/>
              </a:spcBef>
              <a:spcAft>
                <a:spcPts val="0"/>
              </a:spcAft>
              <a:buClr>
                <a:schemeClr val="dk1"/>
              </a:buClr>
              <a:buSzPts val="1100"/>
              <a:buChar char="•"/>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18" name="Google Shape;18;p3"/>
          <p:cNvSpPr txBox="1"/>
          <p:nvPr>
            <p:ph idx="3" type="body"/>
          </p:nvPr>
        </p:nvSpPr>
        <p:spPr>
          <a:xfrm>
            <a:off x="4629150" y="1260872"/>
            <a:ext cx="3887391" cy="617934"/>
          </a:xfrm>
          <a:prstGeom prst="rect">
            <a:avLst/>
          </a:prstGeom>
          <a:noFill/>
          <a:ln>
            <a:noFill/>
          </a:ln>
        </p:spPr>
        <p:txBody>
          <a:bodyPr anchorCtr="0" anchor="b" bIns="26875" lIns="53775" spcFirstLastPara="1" rIns="53775" wrap="square" tIns="268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 name="Google Shape;19;p3"/>
          <p:cNvSpPr txBox="1"/>
          <p:nvPr>
            <p:ph idx="4" type="body"/>
          </p:nvPr>
        </p:nvSpPr>
        <p:spPr>
          <a:xfrm>
            <a:off x="4629150" y="1878806"/>
            <a:ext cx="3887391" cy="2763441"/>
          </a:xfrm>
          <a:prstGeom prst="rect">
            <a:avLst/>
          </a:prstGeom>
          <a:noFill/>
          <a:ln>
            <a:noFill/>
          </a:ln>
        </p:spPr>
        <p:txBody>
          <a:bodyPr anchorCtr="0" anchor="t" bIns="26875" lIns="53775" spcFirstLastPara="1" rIns="53775" wrap="square" tIns="26875">
            <a:normAutofit/>
          </a:bodyPr>
          <a:lstStyle>
            <a:lvl1pPr indent="-298450" lvl="0" marL="457200" algn="l">
              <a:lnSpc>
                <a:spcPct val="90000"/>
              </a:lnSpc>
              <a:spcBef>
                <a:spcPts val="800"/>
              </a:spcBef>
              <a:spcAft>
                <a:spcPts val="0"/>
              </a:spcAft>
              <a:buClr>
                <a:schemeClr val="dk1"/>
              </a:buClr>
              <a:buSzPts val="1100"/>
              <a:buChar char="•"/>
              <a:defRPr/>
            </a:lvl1pPr>
            <a:lvl2pPr indent="-298450" lvl="1" marL="914400" algn="l">
              <a:lnSpc>
                <a:spcPct val="90000"/>
              </a:lnSpc>
              <a:spcBef>
                <a:spcPts val="400"/>
              </a:spcBef>
              <a:spcAft>
                <a:spcPts val="0"/>
              </a:spcAft>
              <a:buClr>
                <a:schemeClr val="dk1"/>
              </a:buClr>
              <a:buSzPts val="1100"/>
              <a:buChar char="•"/>
              <a:defRPr/>
            </a:lvl2pPr>
            <a:lvl3pPr indent="-298450" lvl="2" marL="1371600" algn="l">
              <a:lnSpc>
                <a:spcPct val="90000"/>
              </a:lnSpc>
              <a:spcBef>
                <a:spcPts val="400"/>
              </a:spcBef>
              <a:spcAft>
                <a:spcPts val="0"/>
              </a:spcAft>
              <a:buClr>
                <a:schemeClr val="dk1"/>
              </a:buClr>
              <a:buSzPts val="1100"/>
              <a:buChar char="•"/>
              <a:defRPr/>
            </a:lvl3pPr>
            <a:lvl4pPr indent="-298450" lvl="3" marL="1828800" algn="l">
              <a:lnSpc>
                <a:spcPct val="90000"/>
              </a:lnSpc>
              <a:spcBef>
                <a:spcPts val="400"/>
              </a:spcBef>
              <a:spcAft>
                <a:spcPts val="0"/>
              </a:spcAft>
              <a:buClr>
                <a:schemeClr val="dk1"/>
              </a:buClr>
              <a:buSzPts val="1100"/>
              <a:buChar char="•"/>
              <a:defRPr/>
            </a:lvl4pPr>
            <a:lvl5pPr indent="-298450" lvl="4" marL="2286000" algn="l">
              <a:lnSpc>
                <a:spcPct val="90000"/>
              </a:lnSpc>
              <a:spcBef>
                <a:spcPts val="400"/>
              </a:spcBef>
              <a:spcAft>
                <a:spcPts val="0"/>
              </a:spcAft>
              <a:buClr>
                <a:schemeClr val="dk1"/>
              </a:buClr>
              <a:buSzPts val="1100"/>
              <a:buChar char="•"/>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20" name="Google Shape;20;p3"/>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21" name="Google Shape;21;p3"/>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22" name="Google Shape;22;p3"/>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
          <p:cNvSpPr txBox="1"/>
          <p:nvPr>
            <p:ph type="title"/>
          </p:nvPr>
        </p:nvSpPr>
        <p:spPr>
          <a:xfrm>
            <a:off x="628650" y="273844"/>
            <a:ext cx="7886700" cy="994172"/>
          </a:xfrm>
          <a:prstGeom prst="rect">
            <a:avLst/>
          </a:prstGeom>
          <a:noFill/>
          <a:ln>
            <a:noFill/>
          </a:ln>
        </p:spPr>
        <p:txBody>
          <a:bodyPr anchorCtr="0" anchor="ctr" bIns="26875" lIns="53775" spcFirstLastPara="1" rIns="53775" wrap="square" tIns="26875">
            <a:normAutofit/>
          </a:bodyPr>
          <a:lstStyle>
            <a:lvl1pPr lvl="0" algn="l">
              <a:lnSpc>
                <a:spcPct val="90000"/>
              </a:lnSpc>
              <a:spcBef>
                <a:spcPts val="0"/>
              </a:spcBef>
              <a:spcAft>
                <a:spcPts val="0"/>
              </a:spcAft>
              <a:buClr>
                <a:schemeClr val="dk1"/>
              </a:buClr>
              <a:buSzPts val="11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25" name="Google Shape;25;p4"/>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26" name="Google Shape;26;p4"/>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27" name="Google Shape;27;p4"/>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 name="Shape 28"/>
        <p:cNvGrpSpPr/>
        <p:nvPr/>
      </p:nvGrpSpPr>
      <p:grpSpPr>
        <a:xfrm>
          <a:off x="0" y="0"/>
          <a:ext cx="0" cy="0"/>
          <a:chOff x="0" y="0"/>
          <a:chExt cx="0" cy="0"/>
        </a:xfrm>
      </p:grpSpPr>
      <p:sp>
        <p:nvSpPr>
          <p:cNvPr id="29" name="Google Shape;29;p5"/>
          <p:cNvSpPr txBox="1"/>
          <p:nvPr>
            <p:ph type="title"/>
          </p:nvPr>
        </p:nvSpPr>
        <p:spPr>
          <a:xfrm>
            <a:off x="629841" y="342900"/>
            <a:ext cx="2949178" cy="1200150"/>
          </a:xfrm>
          <a:prstGeom prst="rect">
            <a:avLst/>
          </a:prstGeom>
          <a:noFill/>
          <a:ln>
            <a:noFill/>
          </a:ln>
        </p:spPr>
        <p:txBody>
          <a:bodyPr anchorCtr="0" anchor="b" bIns="26875" lIns="53775" spcFirstLastPara="1" rIns="53775" wrap="square" tIns="26875">
            <a:normAutofit/>
          </a:bodyPr>
          <a:lstStyle>
            <a:lvl1pPr lvl="0" algn="l">
              <a:lnSpc>
                <a:spcPct val="90000"/>
              </a:lnSpc>
              <a:spcBef>
                <a:spcPts val="0"/>
              </a:spcBef>
              <a:spcAft>
                <a:spcPts val="0"/>
              </a:spcAft>
              <a:buClr>
                <a:schemeClr val="dk1"/>
              </a:buClr>
              <a:buSzPts val="2400"/>
              <a:buFont typeface="DM Sans"/>
              <a:buNone/>
              <a:defRPr sz="2400"/>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30" name="Google Shape;30;p5"/>
          <p:cNvSpPr txBox="1"/>
          <p:nvPr>
            <p:ph idx="1" type="body"/>
          </p:nvPr>
        </p:nvSpPr>
        <p:spPr>
          <a:xfrm>
            <a:off x="3887391" y="740569"/>
            <a:ext cx="4629150" cy="3655219"/>
          </a:xfrm>
          <a:prstGeom prst="rect">
            <a:avLst/>
          </a:prstGeom>
          <a:noFill/>
          <a:ln>
            <a:noFill/>
          </a:ln>
        </p:spPr>
        <p:txBody>
          <a:bodyPr anchorCtr="0" anchor="t" bIns="26875" lIns="53775" spcFirstLastPara="1" rIns="53775" wrap="square" tIns="268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31" name="Google Shape;31;p5"/>
          <p:cNvSpPr txBox="1"/>
          <p:nvPr>
            <p:ph idx="2" type="body"/>
          </p:nvPr>
        </p:nvSpPr>
        <p:spPr>
          <a:xfrm>
            <a:off x="629841" y="1543050"/>
            <a:ext cx="2949178" cy="2858691"/>
          </a:xfrm>
          <a:prstGeom prst="rect">
            <a:avLst/>
          </a:prstGeom>
          <a:noFill/>
          <a:ln>
            <a:noFill/>
          </a:ln>
        </p:spPr>
        <p:txBody>
          <a:bodyPr anchorCtr="0" anchor="t" bIns="26875" lIns="53775" spcFirstLastPara="1" rIns="53775" wrap="square" tIns="268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2" name="Google Shape;32;p5"/>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33" name="Google Shape;33;p5"/>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34" name="Google Shape;34;p5"/>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
          <p:cNvSpPr txBox="1"/>
          <p:nvPr>
            <p:ph type="title"/>
          </p:nvPr>
        </p:nvSpPr>
        <p:spPr>
          <a:xfrm>
            <a:off x="629841" y="342900"/>
            <a:ext cx="2949178" cy="1200150"/>
          </a:xfrm>
          <a:prstGeom prst="rect">
            <a:avLst/>
          </a:prstGeom>
          <a:noFill/>
          <a:ln>
            <a:noFill/>
          </a:ln>
        </p:spPr>
        <p:txBody>
          <a:bodyPr anchorCtr="0" anchor="b" bIns="26875" lIns="53775" spcFirstLastPara="1" rIns="53775" wrap="square" tIns="26875">
            <a:normAutofit/>
          </a:bodyPr>
          <a:lstStyle>
            <a:lvl1pPr lvl="0" algn="l">
              <a:lnSpc>
                <a:spcPct val="90000"/>
              </a:lnSpc>
              <a:spcBef>
                <a:spcPts val="0"/>
              </a:spcBef>
              <a:spcAft>
                <a:spcPts val="0"/>
              </a:spcAft>
              <a:buClr>
                <a:schemeClr val="dk1"/>
              </a:buClr>
              <a:buSzPts val="2400"/>
              <a:buFont typeface="DM Sans"/>
              <a:buNone/>
              <a:defRPr sz="2400"/>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37" name="Google Shape;37;p6"/>
          <p:cNvSpPr/>
          <p:nvPr>
            <p:ph idx="2" type="pic"/>
          </p:nvPr>
        </p:nvSpPr>
        <p:spPr>
          <a:xfrm>
            <a:off x="3887391" y="740569"/>
            <a:ext cx="4629150" cy="3655219"/>
          </a:xfrm>
          <a:prstGeom prst="rect">
            <a:avLst/>
          </a:prstGeom>
          <a:noFill/>
          <a:ln>
            <a:noFill/>
          </a:ln>
        </p:spPr>
      </p:sp>
      <p:sp>
        <p:nvSpPr>
          <p:cNvPr id="38" name="Google Shape;38;p6"/>
          <p:cNvSpPr txBox="1"/>
          <p:nvPr>
            <p:ph idx="1" type="body"/>
          </p:nvPr>
        </p:nvSpPr>
        <p:spPr>
          <a:xfrm>
            <a:off x="629841" y="1543050"/>
            <a:ext cx="2949178" cy="2858691"/>
          </a:xfrm>
          <a:prstGeom prst="rect">
            <a:avLst/>
          </a:prstGeom>
          <a:noFill/>
          <a:ln>
            <a:noFill/>
          </a:ln>
        </p:spPr>
        <p:txBody>
          <a:bodyPr anchorCtr="0" anchor="t" bIns="26875" lIns="53775" spcFirstLastPara="1" rIns="53775" wrap="square" tIns="268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39" name="Google Shape;39;p6"/>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40" name="Google Shape;40;p6"/>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41" name="Google Shape;41;p6"/>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7"/>
          <p:cNvSpPr txBox="1"/>
          <p:nvPr>
            <p:ph type="title"/>
          </p:nvPr>
        </p:nvSpPr>
        <p:spPr>
          <a:xfrm>
            <a:off x="628650" y="273844"/>
            <a:ext cx="7886700" cy="994172"/>
          </a:xfrm>
          <a:prstGeom prst="rect">
            <a:avLst/>
          </a:prstGeom>
          <a:noFill/>
          <a:ln>
            <a:noFill/>
          </a:ln>
        </p:spPr>
        <p:txBody>
          <a:bodyPr anchorCtr="0" anchor="ctr" bIns="26875" lIns="53775" spcFirstLastPara="1" rIns="53775" wrap="square" tIns="26875">
            <a:normAutofit/>
          </a:bodyPr>
          <a:lstStyle>
            <a:lvl1pPr lvl="0" algn="l">
              <a:lnSpc>
                <a:spcPct val="90000"/>
              </a:lnSpc>
              <a:spcBef>
                <a:spcPts val="0"/>
              </a:spcBef>
              <a:spcAft>
                <a:spcPts val="0"/>
              </a:spcAft>
              <a:buClr>
                <a:schemeClr val="dk1"/>
              </a:buClr>
              <a:buSzPts val="11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44" name="Google Shape;44;p7"/>
          <p:cNvSpPr txBox="1"/>
          <p:nvPr>
            <p:ph idx="1" type="body"/>
          </p:nvPr>
        </p:nvSpPr>
        <p:spPr>
          <a:xfrm rot="5400000">
            <a:off x="2940248" y="-942379"/>
            <a:ext cx="3263504" cy="7886700"/>
          </a:xfrm>
          <a:prstGeom prst="rect">
            <a:avLst/>
          </a:prstGeom>
          <a:noFill/>
          <a:ln>
            <a:noFill/>
          </a:ln>
        </p:spPr>
        <p:txBody>
          <a:bodyPr anchorCtr="0" anchor="t" bIns="26875" lIns="53775" spcFirstLastPara="1" rIns="53775" wrap="square" tIns="26875">
            <a:normAutofit/>
          </a:bodyPr>
          <a:lstStyle>
            <a:lvl1pPr indent="-298450" lvl="0" marL="457200" algn="l">
              <a:lnSpc>
                <a:spcPct val="90000"/>
              </a:lnSpc>
              <a:spcBef>
                <a:spcPts val="800"/>
              </a:spcBef>
              <a:spcAft>
                <a:spcPts val="0"/>
              </a:spcAft>
              <a:buClr>
                <a:schemeClr val="dk1"/>
              </a:buClr>
              <a:buSzPts val="1100"/>
              <a:buChar char="•"/>
              <a:defRPr/>
            </a:lvl1pPr>
            <a:lvl2pPr indent="-298450" lvl="1" marL="914400" algn="l">
              <a:lnSpc>
                <a:spcPct val="90000"/>
              </a:lnSpc>
              <a:spcBef>
                <a:spcPts val="400"/>
              </a:spcBef>
              <a:spcAft>
                <a:spcPts val="0"/>
              </a:spcAft>
              <a:buClr>
                <a:schemeClr val="dk1"/>
              </a:buClr>
              <a:buSzPts val="1100"/>
              <a:buChar char="•"/>
              <a:defRPr/>
            </a:lvl2pPr>
            <a:lvl3pPr indent="-298450" lvl="2" marL="1371600" algn="l">
              <a:lnSpc>
                <a:spcPct val="90000"/>
              </a:lnSpc>
              <a:spcBef>
                <a:spcPts val="400"/>
              </a:spcBef>
              <a:spcAft>
                <a:spcPts val="0"/>
              </a:spcAft>
              <a:buClr>
                <a:schemeClr val="dk1"/>
              </a:buClr>
              <a:buSzPts val="1100"/>
              <a:buChar char="•"/>
              <a:defRPr/>
            </a:lvl3pPr>
            <a:lvl4pPr indent="-298450" lvl="3" marL="1828800" algn="l">
              <a:lnSpc>
                <a:spcPct val="90000"/>
              </a:lnSpc>
              <a:spcBef>
                <a:spcPts val="400"/>
              </a:spcBef>
              <a:spcAft>
                <a:spcPts val="0"/>
              </a:spcAft>
              <a:buClr>
                <a:schemeClr val="dk1"/>
              </a:buClr>
              <a:buSzPts val="1100"/>
              <a:buChar char="•"/>
              <a:defRPr/>
            </a:lvl4pPr>
            <a:lvl5pPr indent="-298450" lvl="4" marL="2286000" algn="l">
              <a:lnSpc>
                <a:spcPct val="90000"/>
              </a:lnSpc>
              <a:spcBef>
                <a:spcPts val="400"/>
              </a:spcBef>
              <a:spcAft>
                <a:spcPts val="0"/>
              </a:spcAft>
              <a:buClr>
                <a:schemeClr val="dk1"/>
              </a:buClr>
              <a:buSzPts val="1100"/>
              <a:buChar char="•"/>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45" name="Google Shape;45;p7"/>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46" name="Google Shape;46;p7"/>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47" name="Google Shape;47;p7"/>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8"/>
          <p:cNvSpPr txBox="1"/>
          <p:nvPr>
            <p:ph type="title"/>
          </p:nvPr>
        </p:nvSpPr>
        <p:spPr>
          <a:xfrm rot="5400000">
            <a:off x="5350074" y="1467445"/>
            <a:ext cx="4358878" cy="1971675"/>
          </a:xfrm>
          <a:prstGeom prst="rect">
            <a:avLst/>
          </a:prstGeom>
          <a:noFill/>
          <a:ln>
            <a:noFill/>
          </a:ln>
        </p:spPr>
        <p:txBody>
          <a:bodyPr anchorCtr="0" anchor="ctr" bIns="26875" lIns="53775" spcFirstLastPara="1" rIns="53775" wrap="square" tIns="26875">
            <a:normAutofit/>
          </a:bodyPr>
          <a:lstStyle>
            <a:lvl1pPr lvl="0" algn="l">
              <a:lnSpc>
                <a:spcPct val="90000"/>
              </a:lnSpc>
              <a:spcBef>
                <a:spcPts val="0"/>
              </a:spcBef>
              <a:spcAft>
                <a:spcPts val="0"/>
              </a:spcAft>
              <a:buClr>
                <a:schemeClr val="dk1"/>
              </a:buClr>
              <a:buSzPts val="11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50" name="Google Shape;50;p8"/>
          <p:cNvSpPr txBox="1"/>
          <p:nvPr>
            <p:ph idx="1" type="body"/>
          </p:nvPr>
        </p:nvSpPr>
        <p:spPr>
          <a:xfrm rot="5400000">
            <a:off x="1349574" y="-447079"/>
            <a:ext cx="4358878" cy="5800725"/>
          </a:xfrm>
          <a:prstGeom prst="rect">
            <a:avLst/>
          </a:prstGeom>
          <a:noFill/>
          <a:ln>
            <a:noFill/>
          </a:ln>
        </p:spPr>
        <p:txBody>
          <a:bodyPr anchorCtr="0" anchor="t" bIns="26875" lIns="53775" spcFirstLastPara="1" rIns="53775" wrap="square" tIns="26875">
            <a:normAutofit/>
          </a:bodyPr>
          <a:lstStyle>
            <a:lvl1pPr indent="-298450" lvl="0" marL="457200" algn="l">
              <a:lnSpc>
                <a:spcPct val="90000"/>
              </a:lnSpc>
              <a:spcBef>
                <a:spcPts val="800"/>
              </a:spcBef>
              <a:spcAft>
                <a:spcPts val="0"/>
              </a:spcAft>
              <a:buClr>
                <a:schemeClr val="dk1"/>
              </a:buClr>
              <a:buSzPts val="1100"/>
              <a:buChar char="•"/>
              <a:defRPr/>
            </a:lvl1pPr>
            <a:lvl2pPr indent="-298450" lvl="1" marL="914400" algn="l">
              <a:lnSpc>
                <a:spcPct val="90000"/>
              </a:lnSpc>
              <a:spcBef>
                <a:spcPts val="400"/>
              </a:spcBef>
              <a:spcAft>
                <a:spcPts val="0"/>
              </a:spcAft>
              <a:buClr>
                <a:schemeClr val="dk1"/>
              </a:buClr>
              <a:buSzPts val="1100"/>
              <a:buChar char="•"/>
              <a:defRPr/>
            </a:lvl2pPr>
            <a:lvl3pPr indent="-298450" lvl="2" marL="1371600" algn="l">
              <a:lnSpc>
                <a:spcPct val="90000"/>
              </a:lnSpc>
              <a:spcBef>
                <a:spcPts val="400"/>
              </a:spcBef>
              <a:spcAft>
                <a:spcPts val="0"/>
              </a:spcAft>
              <a:buClr>
                <a:schemeClr val="dk1"/>
              </a:buClr>
              <a:buSzPts val="1100"/>
              <a:buChar char="•"/>
              <a:defRPr/>
            </a:lvl3pPr>
            <a:lvl4pPr indent="-298450" lvl="3" marL="1828800" algn="l">
              <a:lnSpc>
                <a:spcPct val="90000"/>
              </a:lnSpc>
              <a:spcBef>
                <a:spcPts val="400"/>
              </a:spcBef>
              <a:spcAft>
                <a:spcPts val="0"/>
              </a:spcAft>
              <a:buClr>
                <a:schemeClr val="dk1"/>
              </a:buClr>
              <a:buSzPts val="1100"/>
              <a:buChar char="•"/>
              <a:defRPr/>
            </a:lvl4pPr>
            <a:lvl5pPr indent="-298450" lvl="4" marL="2286000" algn="l">
              <a:lnSpc>
                <a:spcPct val="90000"/>
              </a:lnSpc>
              <a:spcBef>
                <a:spcPts val="400"/>
              </a:spcBef>
              <a:spcAft>
                <a:spcPts val="0"/>
              </a:spcAft>
              <a:buClr>
                <a:schemeClr val="dk1"/>
              </a:buClr>
              <a:buSzPts val="1100"/>
              <a:buChar char="•"/>
              <a:defRPr/>
            </a:lvl5pPr>
            <a:lvl6pPr indent="-298450" lvl="5" marL="2743200" algn="l">
              <a:lnSpc>
                <a:spcPct val="90000"/>
              </a:lnSpc>
              <a:spcBef>
                <a:spcPts val="400"/>
              </a:spcBef>
              <a:spcAft>
                <a:spcPts val="0"/>
              </a:spcAft>
              <a:buClr>
                <a:schemeClr val="dk1"/>
              </a:buClr>
              <a:buSzPts val="1100"/>
              <a:buChar char="•"/>
              <a:defRPr/>
            </a:lvl6pPr>
            <a:lvl7pPr indent="-298450" lvl="6" marL="3200400" algn="l">
              <a:lnSpc>
                <a:spcPct val="90000"/>
              </a:lnSpc>
              <a:spcBef>
                <a:spcPts val="400"/>
              </a:spcBef>
              <a:spcAft>
                <a:spcPts val="0"/>
              </a:spcAft>
              <a:buClr>
                <a:schemeClr val="dk1"/>
              </a:buClr>
              <a:buSzPts val="1100"/>
              <a:buChar char="•"/>
              <a:defRPr/>
            </a:lvl7pPr>
            <a:lvl8pPr indent="-298450" lvl="7" marL="3657600" algn="l">
              <a:lnSpc>
                <a:spcPct val="90000"/>
              </a:lnSpc>
              <a:spcBef>
                <a:spcPts val="400"/>
              </a:spcBef>
              <a:spcAft>
                <a:spcPts val="0"/>
              </a:spcAft>
              <a:buClr>
                <a:schemeClr val="dk1"/>
              </a:buClr>
              <a:buSzPts val="1100"/>
              <a:buChar char="•"/>
              <a:defRPr/>
            </a:lvl8pPr>
            <a:lvl9pPr indent="-298450" lvl="8" marL="4114800" algn="l">
              <a:lnSpc>
                <a:spcPct val="90000"/>
              </a:lnSpc>
              <a:spcBef>
                <a:spcPts val="400"/>
              </a:spcBef>
              <a:spcAft>
                <a:spcPts val="0"/>
              </a:spcAft>
              <a:buClr>
                <a:schemeClr val="dk1"/>
              </a:buClr>
              <a:buSzPts val="1100"/>
              <a:buChar char="•"/>
              <a:defRPr/>
            </a:lvl9pPr>
          </a:lstStyle>
          <a:p/>
        </p:txBody>
      </p:sp>
      <p:sp>
        <p:nvSpPr>
          <p:cNvPr id="51" name="Google Shape;51;p8"/>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algn="l">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52" name="Google Shape;52;p8"/>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algn="ctr">
              <a:lnSpc>
                <a:spcPct val="100000"/>
              </a:lnSpc>
              <a:spcBef>
                <a:spcPts val="0"/>
              </a:spcBef>
              <a:spcAft>
                <a:spcPts val="0"/>
              </a:spcAft>
              <a:buSzPts val="800"/>
              <a:buNone/>
              <a:defRPr/>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sp>
        <p:nvSpPr>
          <p:cNvPr id="53" name="Google Shape;53;p8"/>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172"/>
          </a:xfrm>
          <a:prstGeom prst="rect">
            <a:avLst/>
          </a:prstGeom>
          <a:noFill/>
          <a:ln>
            <a:noFill/>
          </a:ln>
        </p:spPr>
        <p:txBody>
          <a:bodyPr anchorCtr="0" anchor="ctr" bIns="26875" lIns="53775" spcFirstLastPara="1" rIns="53775" wrap="square" tIns="26875">
            <a:normAutofit/>
          </a:bodyPr>
          <a:lstStyle>
            <a:lvl1pPr lvl="0" marR="0" rtl="0" algn="l">
              <a:lnSpc>
                <a:spcPct val="90000"/>
              </a:lnSpc>
              <a:spcBef>
                <a:spcPts val="0"/>
              </a:spcBef>
              <a:spcAft>
                <a:spcPts val="0"/>
              </a:spcAft>
              <a:buClr>
                <a:schemeClr val="dk1"/>
              </a:buClr>
              <a:buSzPts val="3300"/>
              <a:buFont typeface="DM Sans"/>
              <a:buNone/>
              <a:defRPr b="0" i="0" sz="3300" u="none" cap="none" strike="noStrike">
                <a:solidFill>
                  <a:schemeClr val="dk1"/>
                </a:solidFill>
                <a:latin typeface="DM Sans"/>
                <a:ea typeface="DM Sans"/>
                <a:cs typeface="DM Sans"/>
                <a:sym typeface="DM Sans"/>
              </a:defRPr>
            </a:lvl1pPr>
            <a:lvl2pPr lvl="1"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00"/>
              <a:buFont typeface="Arial"/>
              <a:buNone/>
              <a:defRPr b="0" i="0" sz="11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26875" lIns="53775" spcFirstLastPara="1" rIns="53775" wrap="square" tIns="268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DM Sans"/>
                <a:ea typeface="DM Sans"/>
                <a:cs typeface="DM Sans"/>
                <a:sym typeface="DM Sans"/>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DM Sans"/>
                <a:ea typeface="DM Sans"/>
                <a:cs typeface="DM Sans"/>
                <a:sym typeface="DM Sans"/>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DM Sans"/>
                <a:ea typeface="DM Sans"/>
                <a:cs typeface="DM Sans"/>
                <a:sym typeface="DM Sans"/>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DM Sans"/>
                <a:ea typeface="DM Sans"/>
                <a:cs typeface="DM Sans"/>
                <a:sym typeface="DM Sans"/>
              </a:defRPr>
            </a:lvl9pPr>
          </a:lstStyle>
          <a:p/>
        </p:txBody>
      </p:sp>
      <p:sp>
        <p:nvSpPr>
          <p:cNvPr id="8" name="Google Shape;8;p1"/>
          <p:cNvSpPr txBox="1"/>
          <p:nvPr>
            <p:ph idx="10" type="dt"/>
          </p:nvPr>
        </p:nvSpPr>
        <p:spPr>
          <a:xfrm>
            <a:off x="628650" y="4767263"/>
            <a:ext cx="2057400" cy="273844"/>
          </a:xfrm>
          <a:prstGeom prst="rect">
            <a:avLst/>
          </a:prstGeom>
          <a:noFill/>
          <a:ln>
            <a:noFill/>
          </a:ln>
        </p:spPr>
        <p:txBody>
          <a:bodyPr anchorCtr="0" anchor="ctr" bIns="26875" lIns="53775" spcFirstLastPara="1" rIns="53775" wrap="square" tIns="26875">
            <a:noAutofit/>
          </a:bodyPr>
          <a:lstStyle>
            <a:lvl1pPr lvl="0" marR="0" rtl="0" algn="l">
              <a:lnSpc>
                <a:spcPct val="100000"/>
              </a:lnSpc>
              <a:spcBef>
                <a:spcPts val="0"/>
              </a:spcBef>
              <a:spcAft>
                <a:spcPts val="0"/>
              </a:spcAft>
              <a:buClr>
                <a:srgbClr val="000000"/>
              </a:buClr>
              <a:buSzPts val="800"/>
              <a:buFont typeface="Arial"/>
              <a:buNone/>
              <a:defRPr b="0" i="0" sz="900" u="none" cap="none" strike="noStrike">
                <a:solidFill>
                  <a:srgbClr val="888888"/>
                </a:solidFill>
                <a:latin typeface="DM Sans"/>
                <a:ea typeface="DM Sans"/>
                <a:cs typeface="DM Sans"/>
                <a:sym typeface="DM Sans"/>
              </a:defRPr>
            </a:lvl1pPr>
            <a:lvl2pPr lvl="1"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2pPr>
            <a:lvl3pPr lvl="2"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3pPr>
            <a:lvl4pPr lvl="3"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4pPr>
            <a:lvl5pPr lvl="4"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5pPr>
            <a:lvl6pPr lvl="5"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6pPr>
            <a:lvl7pPr lvl="6"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7pPr>
            <a:lvl8pPr lvl="7"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8pPr>
            <a:lvl9pPr lvl="8"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9pPr>
          </a:lstStyle>
          <a:p/>
        </p:txBody>
      </p:sp>
      <p:sp>
        <p:nvSpPr>
          <p:cNvPr id="9" name="Google Shape;9;p1"/>
          <p:cNvSpPr txBox="1"/>
          <p:nvPr>
            <p:ph idx="11" type="ftr"/>
          </p:nvPr>
        </p:nvSpPr>
        <p:spPr>
          <a:xfrm>
            <a:off x="3028950" y="4767263"/>
            <a:ext cx="3086100" cy="273844"/>
          </a:xfrm>
          <a:prstGeom prst="rect">
            <a:avLst/>
          </a:prstGeom>
          <a:noFill/>
          <a:ln>
            <a:noFill/>
          </a:ln>
        </p:spPr>
        <p:txBody>
          <a:bodyPr anchorCtr="0" anchor="ctr" bIns="26875" lIns="53775" spcFirstLastPara="1" rIns="53775" wrap="square" tIns="26875">
            <a:noAutofit/>
          </a:bodyPr>
          <a:lstStyle>
            <a:lvl1pPr lvl="0" marR="0" rtl="0" algn="ctr">
              <a:lnSpc>
                <a:spcPct val="100000"/>
              </a:lnSpc>
              <a:spcBef>
                <a:spcPts val="0"/>
              </a:spcBef>
              <a:spcAft>
                <a:spcPts val="0"/>
              </a:spcAft>
              <a:buClr>
                <a:srgbClr val="000000"/>
              </a:buClr>
              <a:buSzPts val="800"/>
              <a:buFont typeface="Arial"/>
              <a:buNone/>
              <a:defRPr b="0" i="0" sz="900" u="none" cap="none" strike="noStrike">
                <a:solidFill>
                  <a:srgbClr val="888888"/>
                </a:solidFill>
                <a:latin typeface="DM Sans"/>
                <a:ea typeface="DM Sans"/>
                <a:cs typeface="DM Sans"/>
                <a:sym typeface="DM Sans"/>
              </a:defRPr>
            </a:lvl1pPr>
            <a:lvl2pPr lvl="1"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2pPr>
            <a:lvl3pPr lvl="2"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3pPr>
            <a:lvl4pPr lvl="3"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4pPr>
            <a:lvl5pPr lvl="4"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5pPr>
            <a:lvl6pPr lvl="5"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6pPr>
            <a:lvl7pPr lvl="6"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7pPr>
            <a:lvl8pPr lvl="7"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8pPr>
            <a:lvl9pPr lvl="8" marR="0" rtl="0" algn="l">
              <a:lnSpc>
                <a:spcPct val="100000"/>
              </a:lnSpc>
              <a:spcBef>
                <a:spcPts val="0"/>
              </a:spcBef>
              <a:spcAft>
                <a:spcPts val="0"/>
              </a:spcAft>
              <a:buClr>
                <a:srgbClr val="000000"/>
              </a:buClr>
              <a:buSzPts val="800"/>
              <a:buFont typeface="Arial"/>
              <a:buNone/>
              <a:defRPr b="0" i="0" sz="1100" u="none" cap="none" strike="noStrike">
                <a:solidFill>
                  <a:schemeClr val="dk1"/>
                </a:solidFill>
                <a:latin typeface="DM Sans"/>
                <a:ea typeface="DM Sans"/>
                <a:cs typeface="DM Sans"/>
                <a:sym typeface="DM Sans"/>
              </a:defRPr>
            </a:lvl9pPr>
          </a:lstStyle>
          <a:p/>
        </p:txBody>
      </p:sp>
      <p:sp>
        <p:nvSpPr>
          <p:cNvPr id="10" name="Google Shape;10;p1"/>
          <p:cNvSpPr txBox="1"/>
          <p:nvPr>
            <p:ph idx="12" type="sldNum"/>
          </p:nvPr>
        </p:nvSpPr>
        <p:spPr>
          <a:xfrm>
            <a:off x="6457950" y="4767263"/>
            <a:ext cx="2057400" cy="273844"/>
          </a:xfrm>
          <a:prstGeom prst="rect">
            <a:avLst/>
          </a:prstGeom>
          <a:noFill/>
          <a:ln>
            <a:noFill/>
          </a:ln>
        </p:spPr>
        <p:txBody>
          <a:bodyPr anchorCtr="0" anchor="ctr" bIns="26875" lIns="53775" spcFirstLastPara="1" rIns="53775" wrap="square" tIns="268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descr="use my images not fakes" id="58" name="Google Shape;58;p9"/>
          <p:cNvPicPr preferRelativeResize="0"/>
          <p:nvPr/>
        </p:nvPicPr>
        <p:blipFill rotWithShape="1">
          <a:blip r:embed="rId3">
            <a:alphaModFix/>
          </a:blip>
          <a:srcRect b="0" l="0" r="0" t="0"/>
          <a:stretch/>
        </p:blipFill>
        <p:spPr>
          <a:xfrm>
            <a:off x="-33338" y="0"/>
            <a:ext cx="9210675" cy="5143500"/>
          </a:xfrm>
          <a:prstGeom prst="rect">
            <a:avLst/>
          </a:prstGeom>
          <a:noFill/>
          <a:ln>
            <a:noFill/>
          </a:ln>
        </p:spPr>
      </p:pic>
      <p:pic>
        <p:nvPicPr>
          <p:cNvPr id="59" name="Google Shape;59;p9"/>
          <p:cNvPicPr preferRelativeResize="0"/>
          <p:nvPr/>
        </p:nvPicPr>
        <p:blipFill rotWithShape="1">
          <a:blip r:embed="rId4">
            <a:alphaModFix/>
          </a:blip>
          <a:srcRect b="0" l="15559" r="15566" t="0"/>
          <a:stretch/>
        </p:blipFill>
        <p:spPr>
          <a:xfrm>
            <a:off x="1067993" y="3279775"/>
            <a:ext cx="2179790" cy="1265392"/>
          </a:xfrm>
          <a:custGeom>
            <a:rect b="b" l="l" r="r" t="t"/>
            <a:pathLst>
              <a:path extrusionOk="0" h="3374378" w="4662653">
                <a:moveTo>
                  <a:pt x="389984" y="0"/>
                </a:moveTo>
                <a:lnTo>
                  <a:pt x="4272669" y="0"/>
                </a:lnTo>
                <a:cubicBezTo>
                  <a:pt x="4488049" y="0"/>
                  <a:pt x="4662653" y="174602"/>
                  <a:pt x="4662653" y="389984"/>
                </a:cubicBezTo>
                <a:lnTo>
                  <a:pt x="4662653" y="3374378"/>
                </a:lnTo>
                <a:lnTo>
                  <a:pt x="0" y="3374378"/>
                </a:lnTo>
                <a:lnTo>
                  <a:pt x="0" y="389984"/>
                </a:lnTo>
                <a:cubicBezTo>
                  <a:pt x="0" y="174602"/>
                  <a:pt x="174602" y="0"/>
                  <a:pt x="389984" y="0"/>
                </a:cubicBezTo>
                <a:close/>
              </a:path>
            </a:pathLst>
          </a:custGeom>
          <a:noFill/>
          <a:ln>
            <a:noFill/>
          </a:ln>
        </p:spPr>
      </p:pic>
      <p:pic>
        <p:nvPicPr>
          <p:cNvPr id="60" name="Google Shape;60;p9" title="hover blk3.png"/>
          <p:cNvPicPr preferRelativeResize="0"/>
          <p:nvPr/>
        </p:nvPicPr>
        <p:blipFill rotWithShape="1">
          <a:blip r:embed="rId5">
            <a:alphaModFix/>
          </a:blip>
          <a:srcRect b="0" l="0" r="0" t="0"/>
          <a:stretch/>
        </p:blipFill>
        <p:spPr>
          <a:xfrm>
            <a:off x="5884375" y="3279775"/>
            <a:ext cx="2177549" cy="12654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0"/>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match the branding of the first slides" id="70" name="Google Shape;70;p11"/>
          <p:cNvPicPr preferRelativeResize="0"/>
          <p:nvPr/>
        </p:nvPicPr>
        <p:blipFill rotWithShape="1">
          <a:blip r:embed="rId3">
            <a:alphaModFix/>
          </a:blip>
          <a:srcRect b="0" l="0" r="0" t="0"/>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2"/>
          <p:cNvPicPr preferRelativeResize="0"/>
          <p:nvPr/>
        </p:nvPicPr>
        <p:blipFill rotWithShape="1">
          <a:blip r:embed="rId3">
            <a:alphaModFix/>
          </a:blip>
          <a:srcRect b="0" l="70" r="60" t="0"/>
          <a:stretch/>
        </p:blipFill>
        <p:spPr>
          <a:xfrm>
            <a:off x="-35700" y="0"/>
            <a:ext cx="9210675" cy="5151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Beautify this slide" id="80" name="Google Shape;80;p13"/>
          <p:cNvPicPr preferRelativeResize="0"/>
          <p:nvPr/>
        </p:nvPicPr>
        <p:blipFill rotWithShape="1">
          <a:blip r:embed="rId3">
            <a:alphaModFix/>
          </a:blip>
          <a:srcRect b="0" l="0" r="0" t="0"/>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descr="Beautify this slide" id="85" name="Google Shape;85;p14"/>
          <p:cNvPicPr preferRelativeResize="0"/>
          <p:nvPr/>
        </p:nvPicPr>
        <p:blipFill rotWithShape="1">
          <a:blip r:embed="rId3">
            <a:alphaModFix/>
          </a:blip>
          <a:srcRect b="0" l="0" r="0" t="0"/>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Beautify this slide" id="90" name="Google Shape;90;p15"/>
          <p:cNvPicPr preferRelativeResize="0"/>
          <p:nvPr/>
        </p:nvPicPr>
        <p:blipFill rotWithShape="1">
          <a:blip r:embed="rId3">
            <a:alphaModFix/>
          </a:blip>
          <a:srcRect b="0" l="0" r="0" t="0"/>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descr="Replace the bio text with this- John's distinguished 14.5-year career in the US Navy Submarine Service laid a strong foundation for his remarkable trajectory from the depths of the ocean to the reaches of Space. John seamlessly transitioned into civilian life, delving into environmentally efficient power production, expanding to cybersecurity and management at FPL being responsible for hundreds of millions and generating over $43M in ROI in Six Sigma team projects. Challenged by financial hurdles in 2000 and 2008, John's commitment to financial literacy, fueled by the teachings of David Mitchell, propelled him forward. In 2011, John's entrepreneurial spirit took flight as he ventured into stock trading, culminating in the establishment of multiple prosperous ventures. His vision met reality with the co-founding of EXOS Aerospace Systems &amp; Technologies, Inc., where, as CEO he has played a pivotal role in enabling the rocket scientists there to enter the forefront of the private space industry, based on rapid prototyping and reusable rocket technologies" id="95" name="Google Shape;95;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On this slide change “Broker-Dealer” (little box on slide 10 David Mitchell) to Investor " id="100" name="Google Shape;100;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8"/>
          <p:cNvPicPr preferRelativeResize="0"/>
          <p:nvPr/>
        </p:nvPicPr>
        <p:blipFill rotWithShape="1">
          <a:blip r:embed="rId3">
            <a:alphaModFix/>
          </a:blip>
          <a:srcRect b="0" l="70" r="60" t="0"/>
          <a:stretch/>
        </p:blipFill>
        <p:spPr>
          <a:xfrm>
            <a:off x="-35700" y="0"/>
            <a:ext cx="9210675" cy="5151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Beautify this slide" id="110" name="Google Shape;110;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revise EBITDA from .31M to .26M" id="115" name="Google Shape;115;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1"/>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Slide — Unit Economics per Launch&#10;What the Slide Shows&#10;&#10;Revenue per launch&#10;&#10;Direct launch costs&#10;&#10;Gross margin per launch&#10;&#10;Annual launch capacity&#10;&#10;Speaker Script&#10;&#10;“Now I want to briefly walk through the unit economics of our launch system, because this is where the scalability of the business becomes clear.&#10;&#10;Each launch generates approximately $2.5 to $3 million in revenue, depending on mission profile and payload configuration.&#10;&#10;Our direct launch costs, including propellants, operations, range support, and refurbishment, are roughly $1.4 to $1.7 million per launch.&#10;&#10;That produces a gross margin of about 40% per launch, which is competitive with other commercial small-launch providers but with a significantly lower infrastructure footprint.&#10;&#10;What makes our system particularly scalable is that our vehicles are designed for rapid turnaround and high reusability, which allows margins to expand as launch cadence increases.&#10;&#10;At scale, each launch vehicle can support multiple launches per year, meaning a small fleet can generate substantial revenue without massive capital expenditure.”" id="125" name="Google Shape;125;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3"/>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Simply change total capital required from $250M to $50M" id="135" name="Google Shape;135;p2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Revise Launch vehicles to Orbital Reusable test vehicle under &quot;Scaling&quot;" id="140" name="Google Shape;140;p2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256F7C6-AA46-4DEF-85D1-3014DDB6AD80}"/>
</file>

<file path=customXml/itemProps2.xml><?xml version="1.0" encoding="utf-8"?>
<ds:datastoreItem xmlns:ds="http://schemas.openxmlformats.org/officeDocument/2006/customXml" ds:itemID="{20D5CEDD-B6BB-4F5E-99D9-B29A7A4C0A73}"/>
</file>

<file path=customXml/itemProps3.xml><?xml version="1.0" encoding="utf-8"?>
<ds:datastoreItem xmlns:ds="http://schemas.openxmlformats.org/officeDocument/2006/customXml" ds:itemID="{A343360E-32B1-401D-AB0E-16F256EBF417}"/>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ies>
</file>