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8" Type="http://schemas.openxmlformats.org/officeDocument/2006/relationships/slide" Target="slides/slide2.xml"/><Relationship Id="rId3" Type="http://schemas.openxmlformats.org/officeDocument/2006/relationships/presProps" Target="presProps.xml"/><Relationship Id="rId12" Type="http://schemas.openxmlformats.org/officeDocument/2006/relationships/slide" Target="slides/slide6.xml"/><Relationship Id="rId7" Type="http://schemas.openxmlformats.org/officeDocument/2006/relationships/slide" Target="slides/slide1.xml"/><Relationship Id="rId2" Type="http://schemas.openxmlformats.org/officeDocument/2006/relationships/printerSettings" Target="printerSettings/printerSettings1.bin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15" Type="http://schemas.openxmlformats.org/officeDocument/2006/relationships/customXml" Target="../customXml/item2.xml"/><Relationship Id="rId10" Type="http://schemas.openxmlformats.org/officeDocument/2006/relationships/slide" Target="slides/slide4.xml"/><Relationship Id="rId4" Type="http://schemas.openxmlformats.org/officeDocument/2006/relationships/viewProps" Target="viewProps.xml"/><Relationship Id="rId9" Type="http://schemas.openxmlformats.org/officeDocument/2006/relationships/slide" Target="slides/slide3.xml"/><Relationship Id="rId14" Type="http://schemas.openxmlformats.org/officeDocument/2006/relationships/customXml" Target="../customXml/item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LoX and Ethanol Handling Training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LoX and Ethanol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training will cover:</a:t>
            </a:r>
          </a:p>
          <a:p>
            <a:r>
              <a:t>- Properties and hazards of LoX and Ethanol</a:t>
            </a:r>
          </a:p>
          <a:p>
            <a:r>
              <a:t>- Safe handling procedures</a:t>
            </a:r>
          </a:p>
          <a:p>
            <a:r>
              <a:t>- PPE requirements</a:t>
            </a:r>
          </a:p>
          <a:p>
            <a:r>
              <a:t>- Emergency response protocols</a:t>
            </a:r>
          </a:p>
          <a:p>
            <a:r>
              <a:t>- Equipment operation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Properties and Hazards of Liquid Oxygen (LoX)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LoX is a cryogenic liquid with an extremely low boiling point (-183°C). It can cause severe burns and frostbite upon contact with skin. LoX can also cause materials to become highly flammable, leading to explosive reactions in the presence of fuel sources.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Properties and Hazards of Ethanol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Ethanol is a flammable liquid with a flashpoint of 13°C. It can cause fires and explosions if not handled properly. Ethanol vapors can form explosive mixtures with air and should be stored and handled in well-ventilated areas.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 Handling Procedures for LoX and Ethanol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When handling LoX:</a:t>
            </a:r>
          </a:p>
          <a:p>
            <a:r>
              <a:t>- Always wear appropriate PPE</a:t>
            </a:r>
          </a:p>
          <a:p>
            <a:r>
              <a:t>- Ensure proper ventilation to prevent oxygen enrichment</a:t>
            </a:r>
          </a:p>
          <a:p>
            <a:r>
              <a:t>- Avoid contact with flammable materials</a:t>
            </a:r>
          </a:p>
          <a:p/>
          <a:p>
            <a:r>
              <a:t>When handling Ethanol:</a:t>
            </a:r>
          </a:p>
          <a:p>
            <a:r>
              <a:t>- Use spark-proof tools and equipment</a:t>
            </a:r>
          </a:p>
          <a:p>
            <a:r>
              <a:t>- Ground and bond containers to prevent static discharge</a:t>
            </a:r>
          </a:p>
          <a:p>
            <a:r>
              <a:t>- Store away from heat sources and open flames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Personal Protective Equipment (PPE)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Required PPE for handling LoX:</a:t>
            </a:r>
          </a:p>
          <a:p>
            <a:r>
              <a:t>- Cryogenic gloves</a:t>
            </a:r>
          </a:p>
          <a:p>
            <a:r>
              <a:t>- Face shield</a:t>
            </a:r>
          </a:p>
          <a:p>
            <a:r>
              <a:t>- Insulated boots</a:t>
            </a:r>
          </a:p>
          <a:p/>
          <a:p>
            <a:r>
              <a:t>Required PPE for handling Ethanol:</a:t>
            </a:r>
          </a:p>
          <a:p>
            <a:r>
              <a:t>- Flame-resistant clothing</a:t>
            </a:r>
          </a:p>
          <a:p>
            <a:r>
              <a:t>- Chemical-resistant gloves</a:t>
            </a:r>
          </a:p>
          <a:p>
            <a:r>
              <a:t>- Safety goggles or face shield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Emergency Response Protocols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 the event of a LoX spill:</a:t>
            </a:r>
          </a:p>
          <a:p>
            <a:r>
              <a:t>- Evacuate the area immediately</a:t>
            </a:r>
          </a:p>
          <a:p>
            <a:r>
              <a:t>- Ventilate the area to disperse oxygen-enriched air</a:t>
            </a:r>
          </a:p>
          <a:p>
            <a:r>
              <a:t>- Use proper spill kits to contain and clean up the spill</a:t>
            </a:r>
          </a:p>
          <a:p/>
          <a:p>
            <a:r>
              <a:t>In the event of an Ethanol spill:</a:t>
            </a:r>
          </a:p>
          <a:p>
            <a:r>
              <a:t>- Remove all ignition sources</a:t>
            </a:r>
          </a:p>
          <a:p>
            <a:r>
              <a:t>- Evacuate the area and ventilate</a:t>
            </a:r>
          </a:p>
          <a:p>
            <a:r>
              <a:t>- Use foam or dry chemical extinguishers to control fire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93BA222B086F94CB80A831AC79560FC" ma:contentTypeVersion="0" ma:contentTypeDescription="Create a new document." ma:contentTypeScope="" ma:versionID="e6d4bfeaac68fd51c27ad90f1708462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DC35DD2-1AB8-4A74-8752-9B4BF852E127}"/>
</file>

<file path=customXml/itemProps2.xml><?xml version="1.0" encoding="utf-8"?>
<ds:datastoreItem xmlns:ds="http://schemas.openxmlformats.org/officeDocument/2006/customXml" ds:itemID="{0063606C-F589-436F-9389-4EC6FA0C1EA5}"/>
</file>

<file path=customXml/itemProps3.xml><?xml version="1.0" encoding="utf-8"?>
<ds:datastoreItem xmlns:ds="http://schemas.openxmlformats.org/officeDocument/2006/customXml" ds:itemID="{41C2B948-E0EA-46FC-A59A-B4F624A46A52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0x010100B93BA222B086F94CB80A831AC79560FC</vt:lpwstr>
  </property>
</Properties>
</file>