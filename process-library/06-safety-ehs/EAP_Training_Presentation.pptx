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5" Type="http://schemas.openxmlformats.org/officeDocument/2006/relationships/customXml" Target="../customXml/item2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Emergency Action Plan (EAP)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the Emergency Action Plan (EAP)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training will cover:</a:t>
            </a:r>
          </a:p>
          <a:p>
            <a:r>
              <a:t>- Overview of the EAP</a:t>
            </a:r>
          </a:p>
          <a:p>
            <a:r>
              <a:t>- Emergency reporting procedures</a:t>
            </a:r>
          </a:p>
          <a:p>
            <a:r>
              <a:t>- Evacuation routes and assembly points</a:t>
            </a:r>
          </a:p>
          <a:p>
            <a:r>
              <a:t>- Roles and responsibilities during an emergency</a:t>
            </a:r>
          </a:p>
          <a:p>
            <a:r>
              <a:t>- Procedures for specific emergencies</a:t>
            </a:r>
          </a:p>
          <a:p>
            <a:r>
              <a:t>- Communication protocols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Reporting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the event of an emergency:</a:t>
            </a:r>
          </a:p>
          <a:p>
            <a:r>
              <a:t>- Report the situation immediately to the designated emergency contact</a:t>
            </a:r>
          </a:p>
          <a:p>
            <a:r>
              <a:t>- Use the nearest phone or emergency communication device</a:t>
            </a:r>
          </a:p>
          <a:p>
            <a:r>
              <a:t>- Provide clear and concise information about the nature of the emergency</a:t>
            </a:r>
          </a:p>
          <a:p>
            <a:r>
              <a:t>- Follow instructions from emergency personnel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Evacuation Routes and Assembly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During an evacuation:</a:t>
            </a:r>
          </a:p>
          <a:p>
            <a:r>
              <a:t>- Follow the designated evacuation routes (refer to the posted maps)</a:t>
            </a:r>
          </a:p>
          <a:p>
            <a:r>
              <a:t>- Do not use elevators</a:t>
            </a:r>
          </a:p>
          <a:p>
            <a:r>
              <a:t>- Assist individuals with disabilities</a:t>
            </a:r>
          </a:p>
          <a:p>
            <a:r>
              <a:t>- Proceed to the designated assembly point</a:t>
            </a:r>
          </a:p>
          <a:p>
            <a:r>
              <a:t>- Remain at the assembly point until further instructions are given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and Responsibilities During an Emergency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roles include:</a:t>
            </a:r>
          </a:p>
          <a:p>
            <a:r>
              <a:t>- Fire Wardens: Ensure all employees evacuate the building</a:t>
            </a:r>
          </a:p>
          <a:p>
            <a:r>
              <a:t>- First Responders: Provide first aid if necessary</a:t>
            </a:r>
          </a:p>
          <a:p>
            <a:r>
              <a:t>- Communication Coordinator: Liaise with emergency services</a:t>
            </a:r>
          </a:p>
          <a:p>
            <a:r>
              <a:t>- All Employees: Follow instructions and remain calm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Procedures for Specific Emergencies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 of emergencies and procedures:</a:t>
            </a:r>
          </a:p>
          <a:p>
            <a:r>
              <a:t>- Fire: Evacuate immediately using the nearest exit</a:t>
            </a:r>
          </a:p>
          <a:p>
            <a:r>
              <a:t>- Severe Weather: Seek shelter in designated areas</a:t>
            </a:r>
          </a:p>
          <a:p>
            <a:r>
              <a:t>- Active Shooter: Lockdown, hide, and communicate with authorities</a:t>
            </a:r>
          </a:p>
          <a:p>
            <a:r>
              <a:t>- Medical Emergency: Provide first aid and call emergency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Protocols During an Emergency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communication is key:</a:t>
            </a:r>
          </a:p>
          <a:p>
            <a:r>
              <a:t>- Use emergency communication devices (phones, radios)</a:t>
            </a:r>
          </a:p>
          <a:p>
            <a:r>
              <a:t>- Follow the chain of command</a:t>
            </a:r>
          </a:p>
          <a:p>
            <a:r>
              <a:t>- Provide regular updates to emergency personnel</a:t>
            </a:r>
          </a:p>
          <a:p>
            <a:r>
              <a:t>- Ensure all employees are informed and accounted for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0" ma:contentTypeDescription="Create a new document." ma:contentTypeScope="" ma:versionID="e6d4bfeaac68fd51c27ad90f170846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4906FFF-C56D-49B9-AB7E-051395F991B7}"/>
</file>

<file path=customXml/itemProps2.xml><?xml version="1.0" encoding="utf-8"?>
<ds:datastoreItem xmlns:ds="http://schemas.openxmlformats.org/officeDocument/2006/customXml" ds:itemID="{B4F748EA-F0B8-448D-8821-96C559491432}"/>
</file>

<file path=customXml/itemProps3.xml><?xml version="1.0" encoding="utf-8"?>
<ds:datastoreItem xmlns:ds="http://schemas.openxmlformats.org/officeDocument/2006/customXml" ds:itemID="{302539ED-6AA4-420C-94BF-8B47BDDF88C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</Properties>
</file>