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70" r:id="rId21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CC777D-4F34-4166-9651-B274DC47FB56}" type="doc">
      <dgm:prSet loTypeId="urn:microsoft.com/office/officeart/2011/layout/ConvergingText" loCatId="process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927A0650-4234-49E7-B1AD-6E709BF2AFE4}">
      <dgm:prSet phldrT="[Text]"/>
      <dgm:spPr>
        <a:solidFill>
          <a:srgbClr val="FF0000"/>
        </a:solidFill>
        <a:ln>
          <a:noFill/>
        </a:ln>
      </dgm:spPr>
      <dgm:t>
        <a:bodyPr/>
        <a:lstStyle/>
        <a:p>
          <a:r>
            <a:rPr lang="en-US"/>
            <a:t>2029-30 EXIT Potentials</a:t>
          </a:r>
        </a:p>
      </dgm:t>
    </dgm:pt>
    <dgm:pt modelId="{E1CACB15-3B57-4E0C-A641-4FCEA9DDAF84}" type="parTrans" cxnId="{01028D4F-2286-47C6-9DD0-DF5361141186}">
      <dgm:prSet/>
      <dgm:spPr/>
      <dgm:t>
        <a:bodyPr/>
        <a:lstStyle/>
        <a:p>
          <a:endParaRPr lang="en-US"/>
        </a:p>
      </dgm:t>
    </dgm:pt>
    <dgm:pt modelId="{2812E164-C59F-48D0-B7B9-E22E0DC29FC9}" type="sibTrans" cxnId="{01028D4F-2286-47C6-9DD0-DF5361141186}">
      <dgm:prSet/>
      <dgm:spPr/>
      <dgm:t>
        <a:bodyPr/>
        <a:lstStyle/>
        <a:p>
          <a:endParaRPr lang="en-US"/>
        </a:p>
      </dgm:t>
    </dgm:pt>
    <dgm:pt modelId="{FA70011F-51B1-4453-BC10-DE795A85EFBA}">
      <dgm:prSet phldrT="[Text]" custT="1"/>
      <dgm:spPr/>
      <dgm:t>
        <a:bodyPr/>
        <a:lstStyle/>
        <a:p>
          <a:r>
            <a:rPr lang="en-US" sz="1100" b="0" i="0">
              <a:latin typeface="Duplicate Sans Light" pitchFamily="2" charset="77"/>
            </a:rPr>
            <a:t>Initial Public Offering</a:t>
          </a:r>
        </a:p>
      </dgm:t>
    </dgm:pt>
    <dgm:pt modelId="{D0979CA6-1D30-4877-9543-7C186D38B936}" type="parTrans" cxnId="{19F0D729-3223-40F0-9760-CCBBDAE35251}">
      <dgm:prSet/>
      <dgm:spPr/>
      <dgm:t>
        <a:bodyPr/>
        <a:lstStyle/>
        <a:p>
          <a:endParaRPr lang="en-US"/>
        </a:p>
      </dgm:t>
    </dgm:pt>
    <dgm:pt modelId="{C16DB434-0890-49C7-AA10-BC4B31EBAC40}" type="sibTrans" cxnId="{19F0D729-3223-40F0-9760-CCBBDAE35251}">
      <dgm:prSet/>
      <dgm:spPr/>
      <dgm:t>
        <a:bodyPr/>
        <a:lstStyle/>
        <a:p>
          <a:endParaRPr lang="en-US"/>
        </a:p>
      </dgm:t>
    </dgm:pt>
    <dgm:pt modelId="{15A89210-B323-4C6E-AC5E-98A7F48139D8}">
      <dgm:prSet phldrT="[Text]" custT="1"/>
      <dgm:spPr/>
      <dgm:t>
        <a:bodyPr/>
        <a:lstStyle/>
        <a:p>
          <a:r>
            <a:rPr lang="en-US" sz="1100" b="0" i="0">
              <a:latin typeface="Duplicate Sans Light" pitchFamily="2" charset="77"/>
            </a:rPr>
            <a:t>DoD Contract</a:t>
          </a:r>
        </a:p>
      </dgm:t>
    </dgm:pt>
    <dgm:pt modelId="{29788081-3892-4317-B7B2-F39CBED0B5E7}" type="parTrans" cxnId="{81CCDE4D-9226-49F0-B0DE-B2AC678214F7}">
      <dgm:prSet/>
      <dgm:spPr/>
      <dgm:t>
        <a:bodyPr/>
        <a:lstStyle/>
        <a:p>
          <a:endParaRPr lang="en-US"/>
        </a:p>
      </dgm:t>
    </dgm:pt>
    <dgm:pt modelId="{09979BAB-9900-4C4C-A017-BB9E624FF013}" type="sibTrans" cxnId="{81CCDE4D-9226-49F0-B0DE-B2AC678214F7}">
      <dgm:prSet/>
      <dgm:spPr/>
      <dgm:t>
        <a:bodyPr/>
        <a:lstStyle/>
        <a:p>
          <a:endParaRPr lang="en-US"/>
        </a:p>
      </dgm:t>
    </dgm:pt>
    <dgm:pt modelId="{C34C1816-98FA-46EE-97D2-68DE722368A3}">
      <dgm:prSet phldrT="[Text]" custT="1"/>
      <dgm:spPr/>
      <dgm:t>
        <a:bodyPr/>
        <a:lstStyle/>
        <a:p>
          <a:r>
            <a:rPr lang="en-US" sz="1000" b="0" i="0">
              <a:latin typeface="Duplicate Sans Light" pitchFamily="2" charset="77"/>
            </a:rPr>
            <a:t>Positioned for Merger or Acquisition</a:t>
          </a:r>
          <a:endParaRPr lang="en-US" sz="1000" b="0" i="0">
            <a:solidFill>
              <a:schemeClr val="bg1">
                <a:lumMod val="50000"/>
                <a:lumOff val="50000"/>
              </a:schemeClr>
            </a:solidFill>
            <a:latin typeface="Duplicate Sans Light" pitchFamily="2" charset="77"/>
          </a:endParaRPr>
        </a:p>
      </dgm:t>
    </dgm:pt>
    <dgm:pt modelId="{B40783BA-3157-42A6-987B-E2FA80E53C8C}" type="parTrans" cxnId="{86239370-A29A-4912-898C-90E81CD9EE70}">
      <dgm:prSet/>
      <dgm:spPr/>
      <dgm:t>
        <a:bodyPr/>
        <a:lstStyle/>
        <a:p>
          <a:endParaRPr lang="en-US"/>
        </a:p>
      </dgm:t>
    </dgm:pt>
    <dgm:pt modelId="{E3C3675F-8574-4BA4-8A55-EF903A461029}" type="sibTrans" cxnId="{86239370-A29A-4912-898C-90E81CD9EE70}">
      <dgm:prSet/>
      <dgm:spPr/>
      <dgm:t>
        <a:bodyPr/>
        <a:lstStyle/>
        <a:p>
          <a:endParaRPr lang="en-US"/>
        </a:p>
      </dgm:t>
    </dgm:pt>
    <dgm:pt modelId="{E446A5D3-25FD-44D2-A486-8936DCD1D336}" type="pres">
      <dgm:prSet presAssocID="{C7CC777D-4F34-4166-9651-B274DC47FB56}" presName="Name0" presStyleCnt="0">
        <dgm:presLayoutVars>
          <dgm:chMax/>
          <dgm:chPref val="1"/>
          <dgm:dir/>
          <dgm:animOne val="branch"/>
          <dgm:animLvl val="lvl"/>
          <dgm:resizeHandles/>
        </dgm:presLayoutVars>
      </dgm:prSet>
      <dgm:spPr/>
    </dgm:pt>
    <dgm:pt modelId="{6C205E5A-3807-4FB9-9538-72F8BCBA05D8}" type="pres">
      <dgm:prSet presAssocID="{927A0650-4234-49E7-B1AD-6E709BF2AFE4}" presName="composite" presStyleCnt="0"/>
      <dgm:spPr/>
    </dgm:pt>
    <dgm:pt modelId="{0259AEF4-7421-4E81-9618-2E5C7161636E}" type="pres">
      <dgm:prSet presAssocID="{927A0650-4234-49E7-B1AD-6E709BF2AFE4}" presName="ParentAccent1" presStyleLbl="alignNode1" presStyleIdx="0" presStyleCnt="34"/>
      <dgm:spPr>
        <a:solidFill>
          <a:srgbClr val="FF0000"/>
        </a:solidFill>
        <a:ln>
          <a:noFill/>
        </a:ln>
      </dgm:spPr>
    </dgm:pt>
    <dgm:pt modelId="{63AF966E-8D6D-48FA-873C-46E931BD833D}" type="pres">
      <dgm:prSet presAssocID="{927A0650-4234-49E7-B1AD-6E709BF2AFE4}" presName="ParentAccent2" presStyleLbl="alignNode1" presStyleIdx="1" presStyleCnt="34"/>
      <dgm:spPr>
        <a:solidFill>
          <a:srgbClr val="FF0000"/>
        </a:solidFill>
        <a:ln>
          <a:noFill/>
        </a:ln>
      </dgm:spPr>
    </dgm:pt>
    <dgm:pt modelId="{B80959DB-28D6-4CEE-BDEA-44F98A4CEE49}" type="pres">
      <dgm:prSet presAssocID="{927A0650-4234-49E7-B1AD-6E709BF2AFE4}" presName="ParentAccent3" presStyleLbl="alignNode1" presStyleIdx="2" presStyleCnt="34"/>
      <dgm:spPr>
        <a:solidFill>
          <a:srgbClr val="FF0000"/>
        </a:solidFill>
        <a:ln>
          <a:noFill/>
        </a:ln>
      </dgm:spPr>
    </dgm:pt>
    <dgm:pt modelId="{DFBC5DD1-6060-4D48-BD7F-2BC0F265DD65}" type="pres">
      <dgm:prSet presAssocID="{927A0650-4234-49E7-B1AD-6E709BF2AFE4}" presName="ParentAccent4" presStyleLbl="alignNode1" presStyleIdx="3" presStyleCnt="34"/>
      <dgm:spPr>
        <a:solidFill>
          <a:srgbClr val="FF0000"/>
        </a:solidFill>
        <a:ln>
          <a:noFill/>
        </a:ln>
      </dgm:spPr>
    </dgm:pt>
    <dgm:pt modelId="{E43ADEE5-A519-4489-8D26-96FB34D57305}" type="pres">
      <dgm:prSet presAssocID="{927A0650-4234-49E7-B1AD-6E709BF2AFE4}" presName="ParentAccent5" presStyleLbl="alignNode1" presStyleIdx="4" presStyleCnt="34"/>
      <dgm:spPr>
        <a:solidFill>
          <a:srgbClr val="FF0000"/>
        </a:solidFill>
        <a:ln>
          <a:noFill/>
        </a:ln>
      </dgm:spPr>
    </dgm:pt>
    <dgm:pt modelId="{9A391C6C-CCB5-4E08-8F88-62D62AF953C4}" type="pres">
      <dgm:prSet presAssocID="{927A0650-4234-49E7-B1AD-6E709BF2AFE4}" presName="ParentAccent6" presStyleLbl="alignNode1" presStyleIdx="5" presStyleCnt="34"/>
      <dgm:spPr>
        <a:solidFill>
          <a:srgbClr val="FF0000"/>
        </a:solidFill>
        <a:ln>
          <a:noFill/>
        </a:ln>
      </dgm:spPr>
    </dgm:pt>
    <dgm:pt modelId="{CB5C31B4-1748-4468-9A09-30EE4D5578C3}" type="pres">
      <dgm:prSet presAssocID="{927A0650-4234-49E7-B1AD-6E709BF2AFE4}" presName="ParentAccent7" presStyleLbl="alignNode1" presStyleIdx="6" presStyleCnt="34"/>
      <dgm:spPr>
        <a:solidFill>
          <a:srgbClr val="FF0000"/>
        </a:solidFill>
        <a:ln>
          <a:noFill/>
        </a:ln>
      </dgm:spPr>
    </dgm:pt>
    <dgm:pt modelId="{E0C61048-F64E-4273-860E-CEE04FDE7F09}" type="pres">
      <dgm:prSet presAssocID="{927A0650-4234-49E7-B1AD-6E709BF2AFE4}" presName="ParentAccent8" presStyleLbl="alignNode1" presStyleIdx="7" presStyleCnt="34"/>
      <dgm:spPr>
        <a:solidFill>
          <a:srgbClr val="FF0000"/>
        </a:solidFill>
        <a:ln>
          <a:noFill/>
        </a:ln>
      </dgm:spPr>
    </dgm:pt>
    <dgm:pt modelId="{8B5ADAF4-7512-401E-AAD9-8012D2FA10D9}" type="pres">
      <dgm:prSet presAssocID="{927A0650-4234-49E7-B1AD-6E709BF2AFE4}" presName="ParentAccent9" presStyleLbl="alignNode1" presStyleIdx="8" presStyleCnt="34"/>
      <dgm:spPr>
        <a:solidFill>
          <a:srgbClr val="FF0000"/>
        </a:solidFill>
        <a:ln>
          <a:noFill/>
        </a:ln>
      </dgm:spPr>
    </dgm:pt>
    <dgm:pt modelId="{7799C585-58BC-426E-95E9-66A3F1BFA4FC}" type="pres">
      <dgm:prSet presAssocID="{927A0650-4234-49E7-B1AD-6E709BF2AFE4}" presName="ParentAccent10" presStyleLbl="alignNode1" presStyleIdx="9" presStyleCnt="34"/>
      <dgm:spPr>
        <a:solidFill>
          <a:srgbClr val="FF0000"/>
        </a:solidFill>
        <a:ln>
          <a:noFill/>
        </a:ln>
      </dgm:spPr>
    </dgm:pt>
    <dgm:pt modelId="{CC31440D-521E-48F6-AE66-FADC6789ECE6}" type="pres">
      <dgm:prSet presAssocID="{927A0650-4234-49E7-B1AD-6E709BF2AFE4}" presName="Parent" presStyleLbl="alignNode1" presStyleIdx="10" presStyleCnt="34" custScaleX="148014" custScaleY="145578" custLinFactNeighborX="29630" custLinFactNeighborY="-738">
        <dgm:presLayoutVars>
          <dgm:chMax val="5"/>
          <dgm:chPref val="3"/>
          <dgm:bulletEnabled val="1"/>
        </dgm:presLayoutVars>
      </dgm:prSet>
      <dgm:spPr/>
    </dgm:pt>
    <dgm:pt modelId="{3801B84F-CA6C-4196-BD13-DCD3EB8709B5}" type="pres">
      <dgm:prSet presAssocID="{FA70011F-51B1-4453-BC10-DE795A85EFBA}" presName="Child1Accent1" presStyleLbl="alignNode1" presStyleIdx="11" presStyleCnt="34"/>
      <dgm:spPr>
        <a:solidFill>
          <a:srgbClr val="FF0000"/>
        </a:solidFill>
        <a:ln>
          <a:noFill/>
        </a:ln>
      </dgm:spPr>
    </dgm:pt>
    <dgm:pt modelId="{EA7F15F4-BC11-452B-AD11-8558DE40472F}" type="pres">
      <dgm:prSet presAssocID="{FA70011F-51B1-4453-BC10-DE795A85EFBA}" presName="Child1Accent2" presStyleLbl="alignNode1" presStyleIdx="12" presStyleCnt="34"/>
      <dgm:spPr>
        <a:solidFill>
          <a:srgbClr val="FF0000"/>
        </a:solidFill>
        <a:ln>
          <a:noFill/>
        </a:ln>
      </dgm:spPr>
    </dgm:pt>
    <dgm:pt modelId="{E1C307BD-6D13-4973-A92E-E36C9AAE84D7}" type="pres">
      <dgm:prSet presAssocID="{FA70011F-51B1-4453-BC10-DE795A85EFBA}" presName="Child1Accent3" presStyleLbl="alignNode1" presStyleIdx="13" presStyleCnt="34"/>
      <dgm:spPr>
        <a:solidFill>
          <a:srgbClr val="FF0000"/>
        </a:solidFill>
        <a:ln>
          <a:noFill/>
        </a:ln>
      </dgm:spPr>
    </dgm:pt>
    <dgm:pt modelId="{C59FF9DA-0E2A-44B3-8FD5-174FD97A1E12}" type="pres">
      <dgm:prSet presAssocID="{FA70011F-51B1-4453-BC10-DE795A85EFBA}" presName="Child1Accent4" presStyleLbl="alignNode1" presStyleIdx="14" presStyleCnt="34"/>
      <dgm:spPr>
        <a:solidFill>
          <a:srgbClr val="FF0000"/>
        </a:solidFill>
        <a:ln>
          <a:noFill/>
        </a:ln>
      </dgm:spPr>
    </dgm:pt>
    <dgm:pt modelId="{023771EB-27EA-42B2-8076-28D155A65C87}" type="pres">
      <dgm:prSet presAssocID="{FA70011F-51B1-4453-BC10-DE795A85EFBA}" presName="Child1Accent5" presStyleLbl="alignNode1" presStyleIdx="15" presStyleCnt="34"/>
      <dgm:spPr>
        <a:solidFill>
          <a:srgbClr val="FF0000"/>
        </a:solidFill>
        <a:ln>
          <a:noFill/>
        </a:ln>
      </dgm:spPr>
    </dgm:pt>
    <dgm:pt modelId="{5A673C9A-B60F-4208-A783-2C306272D0C7}" type="pres">
      <dgm:prSet presAssocID="{FA70011F-51B1-4453-BC10-DE795A85EFBA}" presName="Child1Accent6" presStyleLbl="alignNode1" presStyleIdx="16" presStyleCnt="34"/>
      <dgm:spPr>
        <a:solidFill>
          <a:srgbClr val="FF0000"/>
        </a:solidFill>
        <a:ln>
          <a:noFill/>
        </a:ln>
      </dgm:spPr>
    </dgm:pt>
    <dgm:pt modelId="{094A2FA5-8DD5-4DA3-88A9-3BA586EC30CE}" type="pres">
      <dgm:prSet presAssocID="{FA70011F-51B1-4453-BC10-DE795A85EFBA}" presName="Child1Accent7" presStyleLbl="alignNode1" presStyleIdx="17" presStyleCnt="34"/>
      <dgm:spPr>
        <a:solidFill>
          <a:srgbClr val="FF0000"/>
        </a:solidFill>
        <a:ln>
          <a:noFill/>
        </a:ln>
      </dgm:spPr>
    </dgm:pt>
    <dgm:pt modelId="{5A7FCF40-FD69-45FC-B8A9-DFA846EA5726}" type="pres">
      <dgm:prSet presAssocID="{FA70011F-51B1-4453-BC10-DE795A85EFBA}" presName="Child1Accent8" presStyleLbl="alignNode1" presStyleIdx="18" presStyleCnt="34"/>
      <dgm:spPr/>
    </dgm:pt>
    <dgm:pt modelId="{C5E25861-CBCB-4D8C-A7A6-F748811EE72E}" type="pres">
      <dgm:prSet presAssocID="{FA70011F-51B1-4453-BC10-DE795A85EFBA}" presName="Child1Accent9" presStyleLbl="alignNode1" presStyleIdx="19" presStyleCnt="34"/>
      <dgm:spPr/>
    </dgm:pt>
    <dgm:pt modelId="{9C9BB9A4-66D1-45DD-93B1-4A54B30FC142}" type="pres">
      <dgm:prSet presAssocID="{FA70011F-51B1-4453-BC10-DE795A85EFBA}" presName="Child1" presStyleLbl="revTx" presStyleIdx="0" presStyleCnt="3" custScaleX="196157" custLinFactNeighborX="4716" custLinFactNeighborY="-20255">
        <dgm:presLayoutVars>
          <dgm:chMax/>
          <dgm:chPref val="0"/>
          <dgm:bulletEnabled val="1"/>
        </dgm:presLayoutVars>
      </dgm:prSet>
      <dgm:spPr/>
    </dgm:pt>
    <dgm:pt modelId="{C515A8E6-8F9B-4090-A741-161B997A863B}" type="pres">
      <dgm:prSet presAssocID="{15A89210-B323-4C6E-AC5E-98A7F48139D8}" presName="Child2Accent1" presStyleLbl="alignNode1" presStyleIdx="20" presStyleCnt="34" custLinFactNeighborY="-81655"/>
      <dgm:spPr>
        <a:solidFill>
          <a:srgbClr val="FF0000"/>
        </a:solidFill>
        <a:ln>
          <a:noFill/>
        </a:ln>
      </dgm:spPr>
    </dgm:pt>
    <dgm:pt modelId="{619C3C34-D496-497C-9090-22A187BB6CAF}" type="pres">
      <dgm:prSet presAssocID="{15A89210-B323-4C6E-AC5E-98A7F48139D8}" presName="Child2Accent2" presStyleLbl="alignNode1" presStyleIdx="21" presStyleCnt="34" custLinFactY="-66638" custLinFactNeighborY="-100000"/>
      <dgm:spPr>
        <a:solidFill>
          <a:srgbClr val="FF0000"/>
        </a:solidFill>
        <a:ln>
          <a:noFill/>
        </a:ln>
      </dgm:spPr>
    </dgm:pt>
    <dgm:pt modelId="{051D6D60-3189-401A-AA9D-CE95987530A1}" type="pres">
      <dgm:prSet presAssocID="{15A89210-B323-4C6E-AC5E-98A7F48139D8}" presName="Child2Accent3" presStyleLbl="alignNode1" presStyleIdx="22" presStyleCnt="34" custLinFactY="-66638" custLinFactNeighborY="-100000"/>
      <dgm:spPr>
        <a:solidFill>
          <a:srgbClr val="FF0000"/>
        </a:solidFill>
        <a:ln>
          <a:noFill/>
        </a:ln>
      </dgm:spPr>
    </dgm:pt>
    <dgm:pt modelId="{4C59A25A-0308-4E47-9A15-2B8D72675750}" type="pres">
      <dgm:prSet presAssocID="{15A89210-B323-4C6E-AC5E-98A7F48139D8}" presName="Child2Accent4" presStyleLbl="alignNode1" presStyleIdx="23" presStyleCnt="34" custLinFactY="-66638" custLinFactNeighborY="-100000"/>
      <dgm:spPr>
        <a:solidFill>
          <a:srgbClr val="FF0000"/>
        </a:solidFill>
        <a:ln>
          <a:noFill/>
        </a:ln>
      </dgm:spPr>
    </dgm:pt>
    <dgm:pt modelId="{70CAEBDA-7E84-401A-A48E-50421F3BF1B9}" type="pres">
      <dgm:prSet presAssocID="{15A89210-B323-4C6E-AC5E-98A7F48139D8}" presName="Child2Accent5" presStyleLbl="alignNode1" presStyleIdx="24" presStyleCnt="34" custLinFactY="-66638" custLinFactNeighborY="-100000"/>
      <dgm:spPr>
        <a:solidFill>
          <a:srgbClr val="FF0000"/>
        </a:solidFill>
        <a:ln>
          <a:noFill/>
        </a:ln>
      </dgm:spPr>
    </dgm:pt>
    <dgm:pt modelId="{DC29DA05-5B98-4595-BFEA-ADC31E38B2A4}" type="pres">
      <dgm:prSet presAssocID="{15A89210-B323-4C6E-AC5E-98A7F48139D8}" presName="Child2Accent6" presStyleLbl="alignNode1" presStyleIdx="25" presStyleCnt="34" custLinFactY="-66638" custLinFactNeighborY="-100000"/>
      <dgm:spPr>
        <a:solidFill>
          <a:srgbClr val="FF0000"/>
        </a:solidFill>
        <a:ln>
          <a:noFill/>
        </a:ln>
      </dgm:spPr>
    </dgm:pt>
    <dgm:pt modelId="{3F764BE7-CE73-4351-87F3-F61B29AA2A7B}" type="pres">
      <dgm:prSet presAssocID="{15A89210-B323-4C6E-AC5E-98A7F48139D8}" presName="Child2Accent7" presStyleLbl="alignNode1" presStyleIdx="26" presStyleCnt="34"/>
      <dgm:spPr/>
    </dgm:pt>
    <dgm:pt modelId="{EA0B2825-37D1-4083-8219-4BF166B1B287}" type="pres">
      <dgm:prSet presAssocID="{15A89210-B323-4C6E-AC5E-98A7F48139D8}" presName="Child2" presStyleLbl="revTx" presStyleIdx="1" presStyleCnt="3" custScaleX="224879" custScaleY="134806" custLinFactY="-1671" custLinFactNeighborX="5100" custLinFactNeighborY="-100000">
        <dgm:presLayoutVars>
          <dgm:chMax/>
          <dgm:chPref val="0"/>
          <dgm:bulletEnabled val="1"/>
        </dgm:presLayoutVars>
      </dgm:prSet>
      <dgm:spPr/>
    </dgm:pt>
    <dgm:pt modelId="{40749508-DE86-4E15-8B6B-2C5852BFD44D}" type="pres">
      <dgm:prSet presAssocID="{C34C1816-98FA-46EE-97D2-68DE722368A3}" presName="Child3Accent1" presStyleLbl="alignNode1" presStyleIdx="27" presStyleCnt="34"/>
      <dgm:spPr>
        <a:solidFill>
          <a:srgbClr val="FF0000"/>
        </a:solidFill>
        <a:ln>
          <a:noFill/>
        </a:ln>
      </dgm:spPr>
    </dgm:pt>
    <dgm:pt modelId="{62AD223F-77C0-4827-A09D-8B63847CB5EF}" type="pres">
      <dgm:prSet presAssocID="{C34C1816-98FA-46EE-97D2-68DE722368A3}" presName="Child3Accent2" presStyleLbl="alignNode1" presStyleIdx="28" presStyleCnt="34"/>
      <dgm:spPr>
        <a:solidFill>
          <a:srgbClr val="FF0000"/>
        </a:solidFill>
        <a:ln>
          <a:noFill/>
        </a:ln>
      </dgm:spPr>
    </dgm:pt>
    <dgm:pt modelId="{C02A46F8-6F87-43B9-ADB9-43B46A7E53CB}" type="pres">
      <dgm:prSet presAssocID="{C34C1816-98FA-46EE-97D2-68DE722368A3}" presName="Child3Accent3" presStyleLbl="alignNode1" presStyleIdx="29" presStyleCnt="34"/>
      <dgm:spPr>
        <a:solidFill>
          <a:srgbClr val="FF0000"/>
        </a:solidFill>
        <a:ln>
          <a:noFill/>
        </a:ln>
      </dgm:spPr>
    </dgm:pt>
    <dgm:pt modelId="{7DF0A8AA-EC07-4717-B17C-A2254B45EB22}" type="pres">
      <dgm:prSet presAssocID="{C34C1816-98FA-46EE-97D2-68DE722368A3}" presName="Child3Accent4" presStyleLbl="alignNode1" presStyleIdx="30" presStyleCnt="34"/>
      <dgm:spPr>
        <a:solidFill>
          <a:srgbClr val="FF0000"/>
        </a:solidFill>
        <a:ln>
          <a:noFill/>
        </a:ln>
      </dgm:spPr>
    </dgm:pt>
    <dgm:pt modelId="{A366387B-EFC0-4567-894F-B8995322A132}" type="pres">
      <dgm:prSet presAssocID="{C34C1816-98FA-46EE-97D2-68DE722368A3}" presName="Child3Accent5" presStyleLbl="alignNode1" presStyleIdx="31" presStyleCnt="34"/>
      <dgm:spPr>
        <a:solidFill>
          <a:srgbClr val="FF0000"/>
        </a:solidFill>
        <a:ln>
          <a:noFill/>
        </a:ln>
      </dgm:spPr>
    </dgm:pt>
    <dgm:pt modelId="{A11E41D5-29A0-4139-ADCF-F2CEC06D1224}" type="pres">
      <dgm:prSet presAssocID="{C34C1816-98FA-46EE-97D2-68DE722368A3}" presName="Child3Accent6" presStyleLbl="alignNode1" presStyleIdx="32" presStyleCnt="34"/>
      <dgm:spPr>
        <a:solidFill>
          <a:srgbClr val="FF0000"/>
        </a:solidFill>
        <a:ln>
          <a:noFill/>
        </a:ln>
      </dgm:spPr>
    </dgm:pt>
    <dgm:pt modelId="{B7DC1A33-7999-4FC0-80DE-FB25EB38A9DA}" type="pres">
      <dgm:prSet presAssocID="{C34C1816-98FA-46EE-97D2-68DE722368A3}" presName="Child3Accent7" presStyleLbl="alignNode1" presStyleIdx="33" presStyleCnt="34"/>
      <dgm:spPr>
        <a:solidFill>
          <a:srgbClr val="FF0000"/>
        </a:solidFill>
        <a:ln>
          <a:noFill/>
        </a:ln>
      </dgm:spPr>
    </dgm:pt>
    <dgm:pt modelId="{7038A793-37D7-476F-9873-92C9576E4F36}" type="pres">
      <dgm:prSet presAssocID="{C34C1816-98FA-46EE-97D2-68DE722368A3}" presName="Child3" presStyleLbl="revTx" presStyleIdx="2" presStyleCnt="3" custScaleX="151505" custScaleY="298748" custLinFactY="-24122" custLinFactNeighborX="-17610" custLinFactNeighborY="-100000">
        <dgm:presLayoutVars>
          <dgm:chMax/>
          <dgm:chPref val="0"/>
          <dgm:bulletEnabled val="1"/>
        </dgm:presLayoutVars>
      </dgm:prSet>
      <dgm:spPr/>
    </dgm:pt>
  </dgm:ptLst>
  <dgm:cxnLst>
    <dgm:cxn modelId="{19F0D729-3223-40F0-9760-CCBBDAE35251}" srcId="{927A0650-4234-49E7-B1AD-6E709BF2AFE4}" destId="{FA70011F-51B1-4453-BC10-DE795A85EFBA}" srcOrd="0" destOrd="0" parTransId="{D0979CA6-1D30-4877-9543-7C186D38B936}" sibTransId="{C16DB434-0890-49C7-AA10-BC4B31EBAC40}"/>
    <dgm:cxn modelId="{81CCDE4D-9226-49F0-B0DE-B2AC678214F7}" srcId="{927A0650-4234-49E7-B1AD-6E709BF2AFE4}" destId="{15A89210-B323-4C6E-AC5E-98A7F48139D8}" srcOrd="1" destOrd="0" parTransId="{29788081-3892-4317-B7B2-F39CBED0B5E7}" sibTransId="{09979BAB-9900-4C4C-A017-BB9E624FF013}"/>
    <dgm:cxn modelId="{01028D4F-2286-47C6-9DD0-DF5361141186}" srcId="{C7CC777D-4F34-4166-9651-B274DC47FB56}" destId="{927A0650-4234-49E7-B1AD-6E709BF2AFE4}" srcOrd="0" destOrd="0" parTransId="{E1CACB15-3B57-4E0C-A641-4FCEA9DDAF84}" sibTransId="{2812E164-C59F-48D0-B7B9-E22E0DC29FC9}"/>
    <dgm:cxn modelId="{86239370-A29A-4912-898C-90E81CD9EE70}" srcId="{927A0650-4234-49E7-B1AD-6E709BF2AFE4}" destId="{C34C1816-98FA-46EE-97D2-68DE722368A3}" srcOrd="2" destOrd="0" parTransId="{B40783BA-3157-42A6-987B-E2FA80E53C8C}" sibTransId="{E3C3675F-8574-4BA4-8A55-EF903A461029}"/>
    <dgm:cxn modelId="{999D805A-F071-4167-A6B4-5E7396E90F0C}" type="presOf" srcId="{FA70011F-51B1-4453-BC10-DE795A85EFBA}" destId="{9C9BB9A4-66D1-45DD-93B1-4A54B30FC142}" srcOrd="0" destOrd="0" presId="urn:microsoft.com/office/officeart/2011/layout/ConvergingText"/>
    <dgm:cxn modelId="{3EAD74A4-F3FF-4917-B840-7E9A6EB47814}" type="presOf" srcId="{C7CC777D-4F34-4166-9651-B274DC47FB56}" destId="{E446A5D3-25FD-44D2-A486-8936DCD1D336}" srcOrd="0" destOrd="0" presId="urn:microsoft.com/office/officeart/2011/layout/ConvergingText"/>
    <dgm:cxn modelId="{56E852A7-9851-47F9-A91F-C1BB2C81D60E}" type="presOf" srcId="{15A89210-B323-4C6E-AC5E-98A7F48139D8}" destId="{EA0B2825-37D1-4083-8219-4BF166B1B287}" srcOrd="0" destOrd="0" presId="urn:microsoft.com/office/officeart/2011/layout/ConvergingText"/>
    <dgm:cxn modelId="{6BF843DA-317F-466F-9B54-8E72CAF90071}" type="presOf" srcId="{927A0650-4234-49E7-B1AD-6E709BF2AFE4}" destId="{CC31440D-521E-48F6-AE66-FADC6789ECE6}" srcOrd="0" destOrd="0" presId="urn:microsoft.com/office/officeart/2011/layout/ConvergingText"/>
    <dgm:cxn modelId="{86869BED-C84E-45BA-A4A2-14DE15ABC72E}" type="presOf" srcId="{C34C1816-98FA-46EE-97D2-68DE722368A3}" destId="{7038A793-37D7-476F-9873-92C9576E4F36}" srcOrd="0" destOrd="0" presId="urn:microsoft.com/office/officeart/2011/layout/ConvergingText"/>
    <dgm:cxn modelId="{498ACE0B-5FBC-4B5E-9858-1E790BF2EE17}" type="presParOf" srcId="{E446A5D3-25FD-44D2-A486-8936DCD1D336}" destId="{6C205E5A-3807-4FB9-9538-72F8BCBA05D8}" srcOrd="0" destOrd="0" presId="urn:microsoft.com/office/officeart/2011/layout/ConvergingText"/>
    <dgm:cxn modelId="{D049660C-F38F-4E28-83DC-2B87D9DB7E4E}" type="presParOf" srcId="{6C205E5A-3807-4FB9-9538-72F8BCBA05D8}" destId="{0259AEF4-7421-4E81-9618-2E5C7161636E}" srcOrd="0" destOrd="0" presId="urn:microsoft.com/office/officeart/2011/layout/ConvergingText"/>
    <dgm:cxn modelId="{01EEB275-B9E1-4A9A-8619-F5240F4948A1}" type="presParOf" srcId="{6C205E5A-3807-4FB9-9538-72F8BCBA05D8}" destId="{63AF966E-8D6D-48FA-873C-46E931BD833D}" srcOrd="1" destOrd="0" presId="urn:microsoft.com/office/officeart/2011/layout/ConvergingText"/>
    <dgm:cxn modelId="{95CA26C7-E950-4C4F-A75F-DF15923EFB1A}" type="presParOf" srcId="{6C205E5A-3807-4FB9-9538-72F8BCBA05D8}" destId="{B80959DB-28D6-4CEE-BDEA-44F98A4CEE49}" srcOrd="2" destOrd="0" presId="urn:microsoft.com/office/officeart/2011/layout/ConvergingText"/>
    <dgm:cxn modelId="{FEB658E1-30C7-4FAE-A0F2-D5A24DD7DCC2}" type="presParOf" srcId="{6C205E5A-3807-4FB9-9538-72F8BCBA05D8}" destId="{DFBC5DD1-6060-4D48-BD7F-2BC0F265DD65}" srcOrd="3" destOrd="0" presId="urn:microsoft.com/office/officeart/2011/layout/ConvergingText"/>
    <dgm:cxn modelId="{D276ABE1-9649-411C-B177-E92DD49702EB}" type="presParOf" srcId="{6C205E5A-3807-4FB9-9538-72F8BCBA05D8}" destId="{E43ADEE5-A519-4489-8D26-96FB34D57305}" srcOrd="4" destOrd="0" presId="urn:microsoft.com/office/officeart/2011/layout/ConvergingText"/>
    <dgm:cxn modelId="{38D41055-266A-4103-B498-47A6990D8526}" type="presParOf" srcId="{6C205E5A-3807-4FB9-9538-72F8BCBA05D8}" destId="{9A391C6C-CCB5-4E08-8F88-62D62AF953C4}" srcOrd="5" destOrd="0" presId="urn:microsoft.com/office/officeart/2011/layout/ConvergingText"/>
    <dgm:cxn modelId="{CB7D6C45-A62E-4857-BCB3-67162026A5C8}" type="presParOf" srcId="{6C205E5A-3807-4FB9-9538-72F8BCBA05D8}" destId="{CB5C31B4-1748-4468-9A09-30EE4D5578C3}" srcOrd="6" destOrd="0" presId="urn:microsoft.com/office/officeart/2011/layout/ConvergingText"/>
    <dgm:cxn modelId="{8CBF46EC-9F4C-4482-BABC-DA444B8E300E}" type="presParOf" srcId="{6C205E5A-3807-4FB9-9538-72F8BCBA05D8}" destId="{E0C61048-F64E-4273-860E-CEE04FDE7F09}" srcOrd="7" destOrd="0" presId="urn:microsoft.com/office/officeart/2011/layout/ConvergingText"/>
    <dgm:cxn modelId="{64102734-EF4C-4CB7-B1FA-85DE86E4202F}" type="presParOf" srcId="{6C205E5A-3807-4FB9-9538-72F8BCBA05D8}" destId="{8B5ADAF4-7512-401E-AAD9-8012D2FA10D9}" srcOrd="8" destOrd="0" presId="urn:microsoft.com/office/officeart/2011/layout/ConvergingText"/>
    <dgm:cxn modelId="{1FB0FB49-4600-474C-832E-352B7140C4B0}" type="presParOf" srcId="{6C205E5A-3807-4FB9-9538-72F8BCBA05D8}" destId="{7799C585-58BC-426E-95E9-66A3F1BFA4FC}" srcOrd="9" destOrd="0" presId="urn:microsoft.com/office/officeart/2011/layout/ConvergingText"/>
    <dgm:cxn modelId="{55F527D1-66CC-4327-A38D-ADD3021B680B}" type="presParOf" srcId="{6C205E5A-3807-4FB9-9538-72F8BCBA05D8}" destId="{CC31440D-521E-48F6-AE66-FADC6789ECE6}" srcOrd="10" destOrd="0" presId="urn:microsoft.com/office/officeart/2011/layout/ConvergingText"/>
    <dgm:cxn modelId="{B2593C21-97D4-4443-8436-153484A715C8}" type="presParOf" srcId="{6C205E5A-3807-4FB9-9538-72F8BCBA05D8}" destId="{3801B84F-CA6C-4196-BD13-DCD3EB8709B5}" srcOrd="11" destOrd="0" presId="urn:microsoft.com/office/officeart/2011/layout/ConvergingText"/>
    <dgm:cxn modelId="{E7546A0A-EFB4-425D-AD6E-AF7AFC7B1A29}" type="presParOf" srcId="{6C205E5A-3807-4FB9-9538-72F8BCBA05D8}" destId="{EA7F15F4-BC11-452B-AD11-8558DE40472F}" srcOrd="12" destOrd="0" presId="urn:microsoft.com/office/officeart/2011/layout/ConvergingText"/>
    <dgm:cxn modelId="{644C3172-416A-44F6-815F-6CE6EF17A089}" type="presParOf" srcId="{6C205E5A-3807-4FB9-9538-72F8BCBA05D8}" destId="{E1C307BD-6D13-4973-A92E-E36C9AAE84D7}" srcOrd="13" destOrd="0" presId="urn:microsoft.com/office/officeart/2011/layout/ConvergingText"/>
    <dgm:cxn modelId="{A2E58A4A-236D-47CE-8130-7BDD2D8755D7}" type="presParOf" srcId="{6C205E5A-3807-4FB9-9538-72F8BCBA05D8}" destId="{C59FF9DA-0E2A-44B3-8FD5-174FD97A1E12}" srcOrd="14" destOrd="0" presId="urn:microsoft.com/office/officeart/2011/layout/ConvergingText"/>
    <dgm:cxn modelId="{CF9429EE-A49B-4DE9-9271-88B6990D617A}" type="presParOf" srcId="{6C205E5A-3807-4FB9-9538-72F8BCBA05D8}" destId="{023771EB-27EA-42B2-8076-28D155A65C87}" srcOrd="15" destOrd="0" presId="urn:microsoft.com/office/officeart/2011/layout/ConvergingText"/>
    <dgm:cxn modelId="{5F621584-20F9-4969-9B89-857A54B8660D}" type="presParOf" srcId="{6C205E5A-3807-4FB9-9538-72F8BCBA05D8}" destId="{5A673C9A-B60F-4208-A783-2C306272D0C7}" srcOrd="16" destOrd="0" presId="urn:microsoft.com/office/officeart/2011/layout/ConvergingText"/>
    <dgm:cxn modelId="{A743BA2C-F745-4D17-9EE1-F0E63F7A6327}" type="presParOf" srcId="{6C205E5A-3807-4FB9-9538-72F8BCBA05D8}" destId="{094A2FA5-8DD5-4DA3-88A9-3BA586EC30CE}" srcOrd="17" destOrd="0" presId="urn:microsoft.com/office/officeart/2011/layout/ConvergingText"/>
    <dgm:cxn modelId="{F430C065-C37B-450B-AD90-625CFAD05313}" type="presParOf" srcId="{6C205E5A-3807-4FB9-9538-72F8BCBA05D8}" destId="{5A7FCF40-FD69-45FC-B8A9-DFA846EA5726}" srcOrd="18" destOrd="0" presId="urn:microsoft.com/office/officeart/2011/layout/ConvergingText"/>
    <dgm:cxn modelId="{11901B99-4F45-4826-904D-84C8AB895386}" type="presParOf" srcId="{6C205E5A-3807-4FB9-9538-72F8BCBA05D8}" destId="{C5E25861-CBCB-4D8C-A7A6-F748811EE72E}" srcOrd="19" destOrd="0" presId="urn:microsoft.com/office/officeart/2011/layout/ConvergingText"/>
    <dgm:cxn modelId="{5D8FC046-C178-4709-8EB5-02FEBD560195}" type="presParOf" srcId="{6C205E5A-3807-4FB9-9538-72F8BCBA05D8}" destId="{9C9BB9A4-66D1-45DD-93B1-4A54B30FC142}" srcOrd="20" destOrd="0" presId="urn:microsoft.com/office/officeart/2011/layout/ConvergingText"/>
    <dgm:cxn modelId="{2339796F-896E-4025-85A6-8198279CA851}" type="presParOf" srcId="{6C205E5A-3807-4FB9-9538-72F8BCBA05D8}" destId="{C515A8E6-8F9B-4090-A741-161B997A863B}" srcOrd="21" destOrd="0" presId="urn:microsoft.com/office/officeart/2011/layout/ConvergingText"/>
    <dgm:cxn modelId="{C30BF538-4EC1-40A7-8B09-A8F02DBD384F}" type="presParOf" srcId="{6C205E5A-3807-4FB9-9538-72F8BCBA05D8}" destId="{619C3C34-D496-497C-9090-22A187BB6CAF}" srcOrd="22" destOrd="0" presId="urn:microsoft.com/office/officeart/2011/layout/ConvergingText"/>
    <dgm:cxn modelId="{0BE3AEEE-8127-42F6-BA55-65311E67C5A6}" type="presParOf" srcId="{6C205E5A-3807-4FB9-9538-72F8BCBA05D8}" destId="{051D6D60-3189-401A-AA9D-CE95987530A1}" srcOrd="23" destOrd="0" presId="urn:microsoft.com/office/officeart/2011/layout/ConvergingText"/>
    <dgm:cxn modelId="{E86171B2-FA57-4252-9F33-8449090706A2}" type="presParOf" srcId="{6C205E5A-3807-4FB9-9538-72F8BCBA05D8}" destId="{4C59A25A-0308-4E47-9A15-2B8D72675750}" srcOrd="24" destOrd="0" presId="urn:microsoft.com/office/officeart/2011/layout/ConvergingText"/>
    <dgm:cxn modelId="{842D6894-2920-4818-8CF7-93D823586FE9}" type="presParOf" srcId="{6C205E5A-3807-4FB9-9538-72F8BCBA05D8}" destId="{70CAEBDA-7E84-401A-A48E-50421F3BF1B9}" srcOrd="25" destOrd="0" presId="urn:microsoft.com/office/officeart/2011/layout/ConvergingText"/>
    <dgm:cxn modelId="{99C37DF6-75F6-4DB6-8AB9-BCFAD9DC1274}" type="presParOf" srcId="{6C205E5A-3807-4FB9-9538-72F8BCBA05D8}" destId="{DC29DA05-5B98-4595-BFEA-ADC31E38B2A4}" srcOrd="26" destOrd="0" presId="urn:microsoft.com/office/officeart/2011/layout/ConvergingText"/>
    <dgm:cxn modelId="{0B048673-6026-4635-8001-D930B0B4EE3E}" type="presParOf" srcId="{6C205E5A-3807-4FB9-9538-72F8BCBA05D8}" destId="{3F764BE7-CE73-4351-87F3-F61B29AA2A7B}" srcOrd="27" destOrd="0" presId="urn:microsoft.com/office/officeart/2011/layout/ConvergingText"/>
    <dgm:cxn modelId="{548B5FA9-4F13-4881-9293-9314CDBD51C9}" type="presParOf" srcId="{6C205E5A-3807-4FB9-9538-72F8BCBA05D8}" destId="{EA0B2825-37D1-4083-8219-4BF166B1B287}" srcOrd="28" destOrd="0" presId="urn:microsoft.com/office/officeart/2011/layout/ConvergingText"/>
    <dgm:cxn modelId="{35DD3130-B7CE-46D6-B507-08747ACA348A}" type="presParOf" srcId="{6C205E5A-3807-4FB9-9538-72F8BCBA05D8}" destId="{40749508-DE86-4E15-8B6B-2C5852BFD44D}" srcOrd="29" destOrd="0" presId="urn:microsoft.com/office/officeart/2011/layout/ConvergingText"/>
    <dgm:cxn modelId="{7DF6A800-F75D-4599-BA18-DBB2CA38054E}" type="presParOf" srcId="{6C205E5A-3807-4FB9-9538-72F8BCBA05D8}" destId="{62AD223F-77C0-4827-A09D-8B63847CB5EF}" srcOrd="30" destOrd="0" presId="urn:microsoft.com/office/officeart/2011/layout/ConvergingText"/>
    <dgm:cxn modelId="{9CBABB2F-58BF-440E-84D5-7040EF1B993A}" type="presParOf" srcId="{6C205E5A-3807-4FB9-9538-72F8BCBA05D8}" destId="{C02A46F8-6F87-43B9-ADB9-43B46A7E53CB}" srcOrd="31" destOrd="0" presId="urn:microsoft.com/office/officeart/2011/layout/ConvergingText"/>
    <dgm:cxn modelId="{C3AEDFEC-59A6-476C-AEF9-F57603F76A08}" type="presParOf" srcId="{6C205E5A-3807-4FB9-9538-72F8BCBA05D8}" destId="{7DF0A8AA-EC07-4717-B17C-A2254B45EB22}" srcOrd="32" destOrd="0" presId="urn:microsoft.com/office/officeart/2011/layout/ConvergingText"/>
    <dgm:cxn modelId="{5A563E05-156A-440C-BF4F-9C5A52E7475A}" type="presParOf" srcId="{6C205E5A-3807-4FB9-9538-72F8BCBA05D8}" destId="{A366387B-EFC0-4567-894F-B8995322A132}" srcOrd="33" destOrd="0" presId="urn:microsoft.com/office/officeart/2011/layout/ConvergingText"/>
    <dgm:cxn modelId="{B0CF418E-D76C-49E4-97F3-0F46EE307CD0}" type="presParOf" srcId="{6C205E5A-3807-4FB9-9538-72F8BCBA05D8}" destId="{A11E41D5-29A0-4139-ADCF-F2CEC06D1224}" srcOrd="34" destOrd="0" presId="urn:microsoft.com/office/officeart/2011/layout/ConvergingText"/>
    <dgm:cxn modelId="{2EDDCA02-6655-4D9F-BDCD-C25139AFECC5}" type="presParOf" srcId="{6C205E5A-3807-4FB9-9538-72F8BCBA05D8}" destId="{B7DC1A33-7999-4FC0-80DE-FB25EB38A9DA}" srcOrd="35" destOrd="0" presId="urn:microsoft.com/office/officeart/2011/layout/ConvergingText"/>
    <dgm:cxn modelId="{9A8F4A25-1290-458F-857F-8DEC56BA7CE2}" type="presParOf" srcId="{6C205E5A-3807-4FB9-9538-72F8BCBA05D8}" destId="{7038A793-37D7-476F-9873-92C9576E4F36}" srcOrd="36" destOrd="0" presId="urn:microsoft.com/office/officeart/2011/layout/ConvergingText"/>
  </dgm:cxnLst>
  <dgm:bg/>
  <dgm:whole/>
  <dgm:extLst>
    <a:ext uri="http://schemas.microsoft.com/office/drawing/2008/diagram">
      <dsp:dataModelExt xmlns:dsp="http://schemas.microsoft.com/office/drawing/2008/diagram" relId="rId2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59AEF4-7421-4E81-9618-2E5C7161636E}">
      <dsp:nvSpPr>
        <dsp:cNvPr id="0" name=""/>
        <dsp:cNvSpPr/>
      </dsp:nvSpPr>
      <dsp:spPr>
        <a:xfrm>
          <a:off x="2701882" y="786217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AF966E-8D6D-48FA-873C-46E931BD833D}">
      <dsp:nvSpPr>
        <dsp:cNvPr id="0" name=""/>
        <dsp:cNvSpPr/>
      </dsp:nvSpPr>
      <dsp:spPr>
        <a:xfrm>
          <a:off x="2576482" y="786217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0959DB-28D6-4CEE-BDEA-44F98A4CEE49}">
      <dsp:nvSpPr>
        <dsp:cNvPr id="0" name=""/>
        <dsp:cNvSpPr/>
      </dsp:nvSpPr>
      <dsp:spPr>
        <a:xfrm>
          <a:off x="2451082" y="786217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BC5DD1-6060-4D48-BD7F-2BC0F265DD65}">
      <dsp:nvSpPr>
        <dsp:cNvPr id="0" name=""/>
        <dsp:cNvSpPr/>
      </dsp:nvSpPr>
      <dsp:spPr>
        <a:xfrm>
          <a:off x="2325921" y="786217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3ADEE5-A519-4489-8D26-96FB34D57305}">
      <dsp:nvSpPr>
        <dsp:cNvPr id="0" name=""/>
        <dsp:cNvSpPr/>
      </dsp:nvSpPr>
      <dsp:spPr>
        <a:xfrm>
          <a:off x="2200521" y="786217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391C6C-CCB5-4E08-8F88-62D62AF953C4}">
      <dsp:nvSpPr>
        <dsp:cNvPr id="0" name=""/>
        <dsp:cNvSpPr/>
      </dsp:nvSpPr>
      <dsp:spPr>
        <a:xfrm>
          <a:off x="2006699" y="752007"/>
          <a:ext cx="136843" cy="136953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5C31B4-1748-4468-9A09-30EE4D5578C3}">
      <dsp:nvSpPr>
        <dsp:cNvPr id="0" name=""/>
        <dsp:cNvSpPr/>
      </dsp:nvSpPr>
      <dsp:spPr>
        <a:xfrm>
          <a:off x="2590309" y="644875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C61048-F64E-4273-860E-CEE04FDE7F09}">
      <dsp:nvSpPr>
        <dsp:cNvPr id="0" name=""/>
        <dsp:cNvSpPr/>
      </dsp:nvSpPr>
      <dsp:spPr>
        <a:xfrm>
          <a:off x="2590309" y="928572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5ADAF4-7512-401E-AAD9-8012D2FA10D9}">
      <dsp:nvSpPr>
        <dsp:cNvPr id="0" name=""/>
        <dsp:cNvSpPr/>
      </dsp:nvSpPr>
      <dsp:spPr>
        <a:xfrm>
          <a:off x="2651341" y="706318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99C585-58BC-426E-95E9-66A3F1BFA4FC}">
      <dsp:nvSpPr>
        <dsp:cNvPr id="0" name=""/>
        <dsp:cNvSpPr/>
      </dsp:nvSpPr>
      <dsp:spPr>
        <a:xfrm>
          <a:off x="2655394" y="867467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31440D-521E-48F6-AE66-FADC6789ECE6}">
      <dsp:nvSpPr>
        <dsp:cNvPr id="0" name=""/>
        <dsp:cNvSpPr/>
      </dsp:nvSpPr>
      <dsp:spPr>
        <a:xfrm>
          <a:off x="1296116" y="311036"/>
          <a:ext cx="1025439" cy="1008667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2029-30 EXIT Potentials</a:t>
          </a:r>
        </a:p>
      </dsp:txBody>
      <dsp:txXfrm>
        <a:off x="1446288" y="458752"/>
        <a:ext cx="725095" cy="713235"/>
      </dsp:txXfrm>
    </dsp:sp>
    <dsp:sp modelId="{3801B84F-CA6C-4196-BD13-DCD3EB8709B5}">
      <dsp:nvSpPr>
        <dsp:cNvPr id="0" name=""/>
        <dsp:cNvSpPr/>
      </dsp:nvSpPr>
      <dsp:spPr>
        <a:xfrm>
          <a:off x="1205427" y="414855"/>
          <a:ext cx="136843" cy="136953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7F15F4-BC11-452B-AD11-8558DE40472F}">
      <dsp:nvSpPr>
        <dsp:cNvPr id="0" name=""/>
        <dsp:cNvSpPr/>
      </dsp:nvSpPr>
      <dsp:spPr>
        <a:xfrm>
          <a:off x="1117694" y="342609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C307BD-6D13-4973-A92E-E36C9AAE84D7}">
      <dsp:nvSpPr>
        <dsp:cNvPr id="0" name=""/>
        <dsp:cNvSpPr/>
      </dsp:nvSpPr>
      <dsp:spPr>
        <a:xfrm>
          <a:off x="971553" y="342609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9FF9DA-0E2A-44B3-8FD5-174FD97A1E12}">
      <dsp:nvSpPr>
        <dsp:cNvPr id="0" name=""/>
        <dsp:cNvSpPr/>
      </dsp:nvSpPr>
      <dsp:spPr>
        <a:xfrm>
          <a:off x="825412" y="342609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3771EB-27EA-42B2-8076-28D155A65C87}">
      <dsp:nvSpPr>
        <dsp:cNvPr id="0" name=""/>
        <dsp:cNvSpPr/>
      </dsp:nvSpPr>
      <dsp:spPr>
        <a:xfrm>
          <a:off x="679271" y="342609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673C9A-B60F-4208-A783-2C306272D0C7}">
      <dsp:nvSpPr>
        <dsp:cNvPr id="0" name=""/>
        <dsp:cNvSpPr/>
      </dsp:nvSpPr>
      <dsp:spPr>
        <a:xfrm>
          <a:off x="532892" y="342609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4A2FA5-8DD5-4DA3-88A9-3BA586EC30CE}">
      <dsp:nvSpPr>
        <dsp:cNvPr id="0" name=""/>
        <dsp:cNvSpPr/>
      </dsp:nvSpPr>
      <dsp:spPr>
        <a:xfrm>
          <a:off x="386751" y="342609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9BB9A4-66D1-45DD-93B1-4A54B30FC142}">
      <dsp:nvSpPr>
        <dsp:cNvPr id="0" name=""/>
        <dsp:cNvSpPr/>
      </dsp:nvSpPr>
      <dsp:spPr>
        <a:xfrm>
          <a:off x="38512" y="130394"/>
          <a:ext cx="1573154" cy="1760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>
              <a:latin typeface="Duplicate Sans Light" pitchFamily="2" charset="77"/>
            </a:rPr>
            <a:t>Initial Public Offering</a:t>
          </a:r>
        </a:p>
      </dsp:txBody>
      <dsp:txXfrm>
        <a:off x="38512" y="130394"/>
        <a:ext cx="1573154" cy="176002"/>
      </dsp:txXfrm>
    </dsp:sp>
    <dsp:sp modelId="{C515A8E6-8F9B-4090-A741-161B997A863B}">
      <dsp:nvSpPr>
        <dsp:cNvPr id="0" name=""/>
        <dsp:cNvSpPr/>
      </dsp:nvSpPr>
      <dsp:spPr>
        <a:xfrm>
          <a:off x="1063338" y="640177"/>
          <a:ext cx="136843" cy="136953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9C3C34-D496-497C-9090-22A187BB6CAF}">
      <dsp:nvSpPr>
        <dsp:cNvPr id="0" name=""/>
        <dsp:cNvSpPr/>
      </dsp:nvSpPr>
      <dsp:spPr>
        <a:xfrm>
          <a:off x="927925" y="672202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1D6D60-3189-401A-AA9D-CE95987530A1}">
      <dsp:nvSpPr>
        <dsp:cNvPr id="0" name=""/>
        <dsp:cNvSpPr/>
      </dsp:nvSpPr>
      <dsp:spPr>
        <a:xfrm>
          <a:off x="792751" y="672202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59A25A-0308-4E47-9A15-2B8D72675750}">
      <dsp:nvSpPr>
        <dsp:cNvPr id="0" name=""/>
        <dsp:cNvSpPr/>
      </dsp:nvSpPr>
      <dsp:spPr>
        <a:xfrm>
          <a:off x="657338" y="672202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CAEBDA-7E84-401A-A48E-50421F3BF1B9}">
      <dsp:nvSpPr>
        <dsp:cNvPr id="0" name=""/>
        <dsp:cNvSpPr/>
      </dsp:nvSpPr>
      <dsp:spPr>
        <a:xfrm>
          <a:off x="522164" y="672202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9DA05-5B98-4595-BFEA-ADC31E38B2A4}">
      <dsp:nvSpPr>
        <dsp:cNvPr id="0" name=""/>
        <dsp:cNvSpPr/>
      </dsp:nvSpPr>
      <dsp:spPr>
        <a:xfrm>
          <a:off x="386751" y="672202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0B2825-37D1-4083-8219-4BF166B1B287}">
      <dsp:nvSpPr>
        <dsp:cNvPr id="0" name=""/>
        <dsp:cNvSpPr/>
      </dsp:nvSpPr>
      <dsp:spPr>
        <a:xfrm>
          <a:off x="38511" y="401541"/>
          <a:ext cx="1363884" cy="237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>
              <a:latin typeface="Duplicate Sans Light" pitchFamily="2" charset="77"/>
            </a:rPr>
            <a:t>DoD Contract</a:t>
          </a:r>
        </a:p>
      </dsp:txBody>
      <dsp:txXfrm>
        <a:off x="38511" y="401541"/>
        <a:ext cx="1363884" cy="237262"/>
      </dsp:txXfrm>
    </dsp:sp>
    <dsp:sp modelId="{40749508-DE86-4E15-8B6B-2C5852BFD44D}">
      <dsp:nvSpPr>
        <dsp:cNvPr id="0" name=""/>
        <dsp:cNvSpPr/>
      </dsp:nvSpPr>
      <dsp:spPr>
        <a:xfrm>
          <a:off x="1205427" y="1083532"/>
          <a:ext cx="136843" cy="136953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D223F-77C0-4827-A09D-8B63847CB5EF}">
      <dsp:nvSpPr>
        <dsp:cNvPr id="0" name=""/>
        <dsp:cNvSpPr/>
      </dsp:nvSpPr>
      <dsp:spPr>
        <a:xfrm>
          <a:off x="1117694" y="1222961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2A46F8-6F87-43B9-ADB9-43B46A7E53CB}">
      <dsp:nvSpPr>
        <dsp:cNvPr id="0" name=""/>
        <dsp:cNvSpPr/>
      </dsp:nvSpPr>
      <dsp:spPr>
        <a:xfrm>
          <a:off x="971553" y="1222961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F0A8AA-EC07-4717-B17C-A2254B45EB22}">
      <dsp:nvSpPr>
        <dsp:cNvPr id="0" name=""/>
        <dsp:cNvSpPr/>
      </dsp:nvSpPr>
      <dsp:spPr>
        <a:xfrm>
          <a:off x="825412" y="1222961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66387B-EFC0-4567-894F-B8995322A132}">
      <dsp:nvSpPr>
        <dsp:cNvPr id="0" name=""/>
        <dsp:cNvSpPr/>
      </dsp:nvSpPr>
      <dsp:spPr>
        <a:xfrm>
          <a:off x="679271" y="1222961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1E41D5-29A0-4139-ADCF-F2CEC06D1224}">
      <dsp:nvSpPr>
        <dsp:cNvPr id="0" name=""/>
        <dsp:cNvSpPr/>
      </dsp:nvSpPr>
      <dsp:spPr>
        <a:xfrm>
          <a:off x="532892" y="1222961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DC1A33-7999-4FC0-80DE-FB25EB38A9DA}">
      <dsp:nvSpPr>
        <dsp:cNvPr id="0" name=""/>
        <dsp:cNvSpPr/>
      </dsp:nvSpPr>
      <dsp:spPr>
        <a:xfrm>
          <a:off x="386751" y="1222961"/>
          <a:ext cx="68421" cy="68420"/>
        </a:xfrm>
        <a:prstGeom prst="ellipse">
          <a:avLst/>
        </a:prstGeom>
        <a:solidFill>
          <a:srgbClr val="FF000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38A793-37D7-476F-9873-92C9576E4F36}">
      <dsp:nvSpPr>
        <dsp:cNvPr id="0" name=""/>
        <dsp:cNvSpPr/>
      </dsp:nvSpPr>
      <dsp:spPr>
        <a:xfrm>
          <a:off x="38512" y="652923"/>
          <a:ext cx="1215051" cy="525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>
              <a:latin typeface="Duplicate Sans Light" pitchFamily="2" charset="77"/>
            </a:rPr>
            <a:t>Positioned for Merger or Acquisition</a:t>
          </a:r>
          <a:endParaRPr lang="en-US" sz="1000" b="0" i="0" kern="1200">
            <a:solidFill>
              <a:schemeClr val="bg1">
                <a:lumMod val="50000"/>
                <a:lumOff val="50000"/>
              </a:schemeClr>
            </a:solidFill>
            <a:latin typeface="Duplicate Sans Light" pitchFamily="2" charset="77"/>
          </a:endParaRPr>
        </a:p>
      </dsp:txBody>
      <dsp:txXfrm>
        <a:off x="38512" y="652923"/>
        <a:ext cx="1215051" cy="5258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onvergingText">
  <dgm:title val="Converging Text"/>
  <dgm:desc val="Use to show multiple steps or parts that merge into a whole. Limited to one Level 1 shape that contains text and a maximum of five Level 2 shapes."/>
  <dgm:catLst>
    <dgm:cat type="process" pri="6500"/>
    <dgm:cat type="officeonline" pri="5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clrData>
  <dgm:layoutNode name="Name0">
    <dgm:varLst>
      <dgm:chMax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vertAlign" val="mid"/>
          <dgm:param type="nodeVertAlign" val="mid"/>
          <dgm:param type="horzAlign" val="ctr"/>
        </dgm:alg>
      </dgm:if>
      <dgm:else name="Name3">
        <dgm:alg type="lin">
          <dgm:param type="linDir" val="fromR"/>
          <dgm:param type="vertAlign" val="mid"/>
          <dgm:param type="nodeVertAlign" val="mid"/>
          <dgm:param type="horzAlign" val="c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op="equ" val="65"/>
      <dgm:constr type="primFontSz" for="des" forName="Child1" op="equ" val="65"/>
      <dgm:constr type="primFontSz" for="des" forName="Child2" refType="primFontSz" refFor="des" refForName="Child1" op="equ"/>
      <dgm:constr type="primFontSz" for="des" forName="Child3" refType="primFontSz" refFor="des" refForName="Child1" op="equ"/>
      <dgm:constr type="primFontSz" for="des" forName="Child4" refType="primFontSz" refFor="des" refForName="Child1" op="equ"/>
      <dgm:constr type="primFontSz" for="des" forName="Child5" refType="primFontSz" refFor="des" refForName="Child1" op="equ"/>
      <dgm:constr type="primFontSz" for="des" forName="Child1" refType="primFontSz" refFor="des" refForName="Parent" op="lte"/>
      <dgm:constr type="primFontSz" for="des" forName="Child2" refType="primFontSz" refFor="des" refForName="Parent" op="lte"/>
      <dgm:constr type="primFontSz" for="des" forName="Child3" refType="primFontSz" refFor="des" refForName="Parent" op="lte"/>
      <dgm:constr type="primFontSz" for="des" forName="Child4" refType="primFontSz" refFor="des" refForName="Parent" op="lte"/>
      <dgm:constr type="primFontSz" for="des" forName="Child5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w" refFor="ch" refForName="composite" op="equ" fact="0.05"/>
      <dgm:constr type="h" for="ch" forName="sibTrans" refType="w" refFor="ch" refForName="sibTrans" op="equ"/>
    </dgm:constrLst>
    <dgm:forEach name="nodesForEach" axis="ch" ptType="node">
      <dgm:layoutNode name="composite">
        <dgm:choose name="Name4">
          <dgm:if name="Name5" func="var" arg="dir" op="equ" val="norm">
            <dgm:choose name="Name6">
              <dgm:if name="Name7" axis="ch" ptType="node" func="cnt" op="equ" val="0">
                <dgm:alg type="composite">
                  <dgm:param type="ar" val="2.1059"/>
                </dgm:alg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 fact="0.4749"/>
                  <dgm:constr type="h" for="ch" forName="Parent" refType="h"/>
                  <dgm:constr type="l" for="ch" forName="ParentAccent1" refType="w" fact="0.9531"/>
                  <dgm:constr type="t" for="ch" forName="ParentAccent1" refType="h" fact="0.4506"/>
                  <dgm:constr type="w" for="ch" forName="ParentAccent1" refType="w" fact="0.0469"/>
                  <dgm:constr type="h" for="ch" forName="ParentAccent1" refType="h" fact="0.0988"/>
                  <dgm:constr type="l" for="ch" forName="ParentAccent2" refType="w" fact="0.8734"/>
                  <dgm:constr type="t" for="ch" forName="ParentAccent2" refType="h" fact="0.4506"/>
                  <dgm:constr type="w" for="ch" forName="ParentAccent2" refType="w" fact="0.0469"/>
                  <dgm:constr type="h" for="ch" forName="ParentAccent2" refType="h" fact="0.0988"/>
                  <dgm:constr type="l" for="ch" forName="ParentAccent3" refType="w" fact="0.7937"/>
                  <dgm:constr type="t" for="ch" forName="ParentAccent3" refType="h" fact="0.4506"/>
                  <dgm:constr type="w" for="ch" forName="ParentAccent3" refType="w" fact="0.0469"/>
                  <dgm:constr type="h" for="ch" forName="ParentAccent3" refType="h" fact="0.0988"/>
                  <dgm:constr type="l" for="ch" forName="ParentAccent4" refType="w" fact="0.714"/>
                  <dgm:constr type="t" for="ch" forName="ParentAccent4" refType="h" fact="0.4506"/>
                  <dgm:constr type="w" for="ch" forName="ParentAccent4" refType="w" fact="0.0469"/>
                  <dgm:constr type="h" for="ch" forName="ParentAccent4" refType="h" fact="0.0988"/>
                  <dgm:constr type="l" for="ch" forName="ParentAccent5" refType="w" fact="0.6343"/>
                  <dgm:constr type="t" for="ch" forName="ParentAccent5" refType="h" fact="0.4506"/>
                  <dgm:constr type="w" for="ch" forName="ParentAccent5" refType="w" fact="0.0469"/>
                  <dgm:constr type="h" for="ch" forName="ParentAccent5" refType="h" fact="0.0988"/>
                  <dgm:constr type="l" for="ch" forName="ParentAccent6" refType="w" fact="0.5076"/>
                  <dgm:constr type="t" for="ch" forName="ParentAccent6" refType="h" fact="0.4012"/>
                  <dgm:constr type="w" for="ch" forName="ParentAccent6" refType="w" fact="0.0939"/>
                  <dgm:constr type="h" for="ch" forName="ParentAccent6" refType="h" fact="0.1976"/>
                  <dgm:constr type="l" for="ch" forName="ParentAccent7" refType="w" fact="0.8766"/>
                  <dgm:constr type="t" for="ch" forName="ParentAccent7" refType="h" fact="0.2465"/>
                  <dgm:constr type="w" for="ch" forName="ParentAccent7" refType="w" fact="0.0469"/>
                  <dgm:constr type="h" for="ch" forName="ParentAccent7" refType="h" fact="0.0988"/>
                  <dgm:constr type="l" for="ch" forName="ParentAccent8" refType="w" fact="0.8766"/>
                  <dgm:constr type="t" for="ch" forName="ParentAccent8" refType="h" fact="0.6562"/>
                  <dgm:constr type="w" for="ch" forName="ParentAccent8" refType="w" fact="0.0469"/>
                  <dgm:constr type="h" for="ch" forName="ParentAccent8" refType="h" fact="0.0988"/>
                  <dgm:constr type="l" for="ch" forName="ParentAccent9" refType="w" fact="0.9185"/>
                  <dgm:constr type="t" for="ch" forName="ParentAccent9" refType="h" fact="0.3353"/>
                  <dgm:constr type="w" for="ch" forName="ParentAccent9" refType="w" fact="0.0469"/>
                  <dgm:constr type="h" for="ch" forName="ParentAccent9" refType="h" fact="0.0988"/>
                  <dgm:constr type="l" for="ch" forName="ParentAccent10" refType="w" fact="0.9213"/>
                  <dgm:constr type="t" for="ch" forName="ParentAccent10" refType="h" fact="0.5679"/>
                  <dgm:constr type="w" for="ch" forName="ParentAccent10" refType="w" fact="0.0469"/>
                  <dgm:constr type="h" for="ch" forName="ParentAccent10" refType="h" fact="0.0988"/>
                </dgm:constrLst>
              </dgm:if>
              <dgm:if name="Name8" axis="ch" ptType="node" func="cnt" op="equ" val="1">
                <dgm:alg type="composite">
                  <dgm:param type="ar" val="3.4411"/>
                </dgm:alg>
                <dgm:constrLst>
                  <dgm:constr type="l" for="ch" forName="Child1Accent1" refType="w" fact="0.284"/>
                  <dgm:constr type="t" for="ch" forName="Child1Accent1" refType="h" fact="0.4012"/>
                  <dgm:constr type="w" for="ch" forName="Child1Accent1" refType="w" fact="0.0574"/>
                  <dgm:constr type="h" for="ch" forName="Child1Accent1" refType="h" fact="0.1976"/>
                  <dgm:constr type="l" for="ch" forName="Child1Accent2" refType="w" fact="0.2272"/>
                  <dgm:constr type="t" for="ch" forName="Child1Accent2" refType="h" fact="0.4506"/>
                  <dgm:constr type="w" for="ch" forName="Child1Accent2" refType="w" fact="0.0287"/>
                  <dgm:constr type="h" for="ch" forName="Child1Accent2" refType="h" fact="0.0988"/>
                  <dgm:constr type="l" for="ch" forName="Child1Accent3" refType="w" fact="0.1705"/>
                  <dgm:constr type="t" for="ch" forName="Child1Accent3" refType="h" fact="0.4506"/>
                  <dgm:constr type="w" for="ch" forName="Child1Accent3" refType="w" fact="0.0287"/>
                  <dgm:constr type="h" for="ch" forName="Child1Accent3" refType="h" fact="0.0988"/>
                  <dgm:constr type="l" for="ch" forName="Child1Accent4" refType="w" fact="0.1137"/>
                  <dgm:constr type="t" for="ch" forName="Child1Accent4" refType="h" fact="0.4506"/>
                  <dgm:constr type="w" for="ch" forName="Child1Accent4" refType="w" fact="0.0287"/>
                  <dgm:constr type="h" for="ch" forName="Child1Accent4" refType="h" fact="0.0988"/>
                  <dgm:constr type="l" for="ch" forName="Child1Accent5" refType="w" fact="0.057"/>
                  <dgm:constr type="t" for="ch" forName="Child1Accent5" refType="h" fact="0.4506"/>
                  <dgm:constr type="w" for="ch" forName="Child1Accent5" refType="w" fact="0.0287"/>
                  <dgm:constr type="h" for="ch" forName="Child1Accent5" refType="h" fact="0.0988"/>
                  <dgm:constr type="l" for="ch" forName="Child1Accent6" refType="w" fact="0.0002"/>
                  <dgm:constr type="t" for="ch" forName="Child1Accent6" refType="h" fact="0.4506"/>
                  <dgm:constr type="w" for="ch" forName="Child1Accent6" refType="w" fact="0.0287"/>
                  <dgm:constr type="h" for="ch" forName="Child1Accent6" refType="h" fact="0.0988"/>
                  <dgm:constr type="l" for="ch" forName="Child1Accent7" refType="w" fact="0"/>
                  <dgm:constr type="t" for="ch" forName="Child1Accent7" refType="h" fact="0"/>
                  <dgm:constr type="w" for="ch" forName="Child1Accent7" refType="w" fact="0"/>
                  <dgm:constr type="h" for="ch" forName="Child1Accent7" refType="h" fact="0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ParentAccent1" refType="w" fact="0.9713"/>
                  <dgm:constr type="t" for="ch" forName="ParentAccent1" refType="h" fact="0.4506"/>
                  <dgm:constr type="w" for="ch" forName="ParentAccent1" refType="w" fact="0.0287"/>
                  <dgm:constr type="h" for="ch" forName="ParentAccent1" refType="h" fact="0.0988"/>
                  <dgm:constr type="l" for="ch" forName="ParentAccent2" refType="w" fact="0.9187"/>
                  <dgm:constr type="t" for="ch" forName="ParentAccent2" refType="h" fact="0.4506"/>
                  <dgm:constr type="w" for="ch" forName="ParentAccent2" refType="w" fact="0.0287"/>
                  <dgm:constr type="h" for="ch" forName="ParentAccent2" refType="h" fact="0.0988"/>
                  <dgm:constr type="l" for="ch" forName="ParentAccent3" refType="w" fact="0.8661"/>
                  <dgm:constr type="t" for="ch" forName="ParentAccent3" refType="h" fact="0.4506"/>
                  <dgm:constr type="w" for="ch" forName="ParentAccent3" refType="w" fact="0.0287"/>
                  <dgm:constr type="h" for="ch" forName="ParentAccent3" refType="h" fact="0.0988"/>
                  <dgm:constr type="l" for="ch" forName="ParentAccent4" refType="w" fact="0.8136"/>
                  <dgm:constr type="t" for="ch" forName="ParentAccent4" refType="h" fact="0.4506"/>
                  <dgm:constr type="w" for="ch" forName="ParentAccent4" refType="w" fact="0.0287"/>
                  <dgm:constr type="h" for="ch" forName="ParentAccent4" refType="h" fact="0.0988"/>
                  <dgm:constr type="l" for="ch" forName="ParentAccent5" refType="w" fact="0.761"/>
                  <dgm:constr type="t" for="ch" forName="ParentAccent5" refType="h" fact="0.4506"/>
                  <dgm:constr type="w" for="ch" forName="ParentAccent5" refType="w" fact="0.0287"/>
                  <dgm:constr type="h" for="ch" forName="ParentAccent5" refType="h" fact="0.0988"/>
                  <dgm:constr type="l" for="ch" forName="ParentAccent6" refType="w" fact="0.6797"/>
                  <dgm:constr type="t" for="ch" forName="ParentAccent6" refType="h" fact="0.4012"/>
                  <dgm:constr type="w" for="ch" forName="ParentAccent6" refType="w" fact="0.0574"/>
                  <dgm:constr type="h" for="ch" forName="ParentAccent6" refType="h" fact="0.1976"/>
                  <dgm:constr type="l" for="ch" forName="ParentAccent7" refType="w" fact="0.9245"/>
                  <dgm:constr type="t" for="ch" forName="ParentAccent7" refType="h" fact="0.2465"/>
                  <dgm:constr type="w" for="ch" forName="ParentAccent7" refType="w" fact="0.0287"/>
                  <dgm:constr type="h" for="ch" forName="ParentAccent7" refType="h" fact="0.0988"/>
                  <dgm:constr type="l" for="ch" forName="ParentAccent8" refType="w" fact="0.9245"/>
                  <dgm:constr type="t" for="ch" forName="ParentAccent8" refType="h" fact="0.6562"/>
                  <dgm:constr type="w" for="ch" forName="ParentAccent8" refType="w" fact="0.0287"/>
                  <dgm:constr type="h" for="ch" forName="ParentAccent8" refType="h" fact="0.0988"/>
                  <dgm:constr type="l" for="ch" forName="ParentAccent9" refType="w" fact="0.9501"/>
                  <dgm:constr type="t" for="ch" forName="ParentAccent9" refType="h" fact="0.3353"/>
                  <dgm:constr type="w" for="ch" forName="ParentAccent9" refType="w" fact="0.0287"/>
                  <dgm:constr type="h" for="ch" forName="ParentAccent9" refType="h" fact="0.0988"/>
                  <dgm:constr type="l" for="ch" forName="ParentAccent10" refType="w" fact="0.9518"/>
                  <dgm:constr type="t" for="ch" forName="ParentAccent10" refType="h" fact="0.5679"/>
                  <dgm:constr type="w" for="ch" forName="ParentAccent10" refType="w" fact="0.0287"/>
                  <dgm:constr type="h" for="ch" forName="ParentAccent10" refType="h" fact="0.0988"/>
                  <dgm:constr type="l" for="ch" forName="Child1" refType="w" fact="0"/>
                  <dgm:constr type="t" for="ch" forName="Child1" refType="h" fact="0.1978"/>
                  <dgm:constr type="w" for="ch" forName="Child1" refType="w" fact="0.2544"/>
                  <dgm:constr type="h" for="ch" forName="Child1" refType="h" fact="0.2541"/>
                  <dgm:constr type="l" for="ch" forName="Parent" refType="w" fact="0.3653"/>
                  <dgm:constr type="t" for="ch" forName="Parent" refType="h" fact="0"/>
                  <dgm:constr type="w" for="ch" forName="Parent" refType="w" fact="0.2906"/>
                  <dgm:constr type="h" for="ch" forName="Parent" refType="h"/>
                </dgm:constrLst>
              </dgm:if>
              <dgm:if name="Name9" axis="ch" ptType="node" func="cnt" op="equ" val="2">
                <dgm:alg type="composite">
                  <dgm:param type="ar" val="2.1185"/>
                </dgm:alg>
                <dgm:constrLst>
                  <dgm:constr type="l" for="ch" forName="Child1Accent1" refType="w" fact="0.3436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l" for="ch" forName="Child1Accent2" refType="w" fact="0.3068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l" for="ch" forName="Child1Accent3" refType="w" fact="0.245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l" for="ch" forName="Child1Accent4" refType="w" fact="0.1842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l" for="ch" forName="Child1Accent5" refType="w" fact="0.1229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l" for="ch" forName="Child1Accent6" refType="w" fact="0.061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l" for="ch" forName="Child1Accent7" refType="w" fact="0.0002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Child2Accent1" refType="w" fact="0.3436"/>
                  <dgm:constr type="t" for="ch" forName="Child2Accent1" refType="h" fact="0.8153"/>
                  <dgm:constr type="w" for="ch" forName="Child2Accent1" refType="w" fact="0.0574"/>
                  <dgm:constr type="h" for="ch" forName="Child2Accent1" refType="h" fact="0.1217"/>
                  <dgm:constr type="l" for="ch" forName="Child2Accent2" refType="w" fact="0.3068"/>
                  <dgm:constr type="t" for="ch" forName="Child2Accent2" refType="h" fact="0.9392"/>
                  <dgm:constr type="w" for="ch" forName="Child2Accent2" refType="w" fact="0.0287"/>
                  <dgm:constr type="h" for="ch" forName="Child2Accent2" refType="h" fact="0.0608"/>
                  <dgm:constr type="l" for="ch" forName="Child2Accent3" refType="w" fact="0.2455"/>
                  <dgm:constr type="t" for="ch" forName="Child2Accent3" refType="h" fact="0.9392"/>
                  <dgm:constr type="w" for="ch" forName="Child2Accent3" refType="w" fact="0.0287"/>
                  <dgm:constr type="h" for="ch" forName="Child2Accent3" refType="h" fact="0.0608"/>
                  <dgm:constr type="l" for="ch" forName="Child2Accent4" refType="w" fact="0.1842"/>
                  <dgm:constr type="t" for="ch" forName="Child2Accent4" refType="h" fact="0.9392"/>
                  <dgm:constr type="w" for="ch" forName="Child2Accent4" refType="w" fact="0.0287"/>
                  <dgm:constr type="h" for="ch" forName="Child2Accent4" refType="h" fact="0.0608"/>
                  <dgm:constr type="l" for="ch" forName="Child2Accent5" refType="w" fact="0.1229"/>
                  <dgm:constr type="t" for="ch" forName="Child2Accent5" refType="h" fact="0.9392"/>
                  <dgm:constr type="w" for="ch" forName="Child2Accent5" refType="w" fact="0.0287"/>
                  <dgm:constr type="h" for="ch" forName="Child2Accent5" refType="h" fact="0.0608"/>
                  <dgm:constr type="l" for="ch" forName="Child2Accent6" refType="w" fact="0.0615"/>
                  <dgm:constr type="t" for="ch" forName="Child2Accent6" refType="h" fact="0.9392"/>
                  <dgm:constr type="w" for="ch" forName="Child2Accent6" refType="w" fact="0.0287"/>
                  <dgm:constr type="h" for="ch" forName="Child2Accent6" refType="h" fact="0.0608"/>
                  <dgm:constr type="l" for="ch" forName="Child2Accent7" refType="w" fact="0.0002"/>
                  <dgm:constr type="t" for="ch" forName="Child2Accent7" refType="h" fact="0.9392"/>
                  <dgm:constr type="w" for="ch" forName="Child2Accent7" refType="w" fact="0.0287"/>
                  <dgm:constr type="h" for="ch" forName="Child2Accent7" refType="h" fact="0.0608"/>
                  <dgm:constr type="l" for="ch" forName="ParentAccent1" refType="w" fact="0.9713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l" for="ch" forName="ParentAccent2" refType="w" fact="0.9187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l" for="ch" forName="ParentAccent3" refType="w" fact="0.8661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l" for="ch" forName="ParentAccent4" refType="w" fact="0.8136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l" for="ch" forName="ParentAccent5" refType="w" fact="0.761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l" for="ch" forName="ParentAccent6" refType="w" fact="0.6797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l" for="ch" forName="ParentAccent7" refType="w" fact="0.924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l" for="ch" forName="ParentAccent8" refType="w" fact="0.924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l" for="ch" forName="ParentAccent9" refType="w" fact="0.9501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l" for="ch" forName="ParentAccent10" refType="w" fact="0.9518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l" for="ch" forName="Child2" refType="w" fact="0"/>
                  <dgm:constr type="t" for="ch" forName="Child2" refType="h" fact="0.7822"/>
                  <dgm:constr type="w" for="ch" forName="Child2" refType="w" fact="0.3364"/>
                  <dgm:constr type="h" for="ch" forName="Child2" refType="h" fact="0.1564"/>
                  <dgm:constr type="l" for="ch" forName="Child1" refType="w" fact="0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l" for="ch" forName="Parent" refType="w" fact="0.3653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0" axis="ch" ptType="node" func="cnt" op="equ" val="3">
                <dgm:alg type="composite">
                  <dgm:param type="ar" val="2.1185"/>
                </dgm:alg>
                <dgm:constrLst>
                  <dgm:constr type="l" for="ch" forName="Child1Accent1" refType="w" fact="0.3436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l" for="ch" forName="Child1Accent2" refType="w" fact="0.3068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l" for="ch" forName="Child1Accent3" refType="w" fact="0.245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l" for="ch" forName="Child1Accent4" refType="w" fact="0.1842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l" for="ch" forName="Child1Accent5" refType="w" fact="0.1229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l" for="ch" forName="Child2Accent1" refType="w" fact="0.284"/>
                  <dgm:constr type="t" for="ch" forName="Child2Accent1" refType="h" fact="0.5207"/>
                  <dgm:constr type="w" for="ch" forName="Child2Accent1" refType="w" fact="0.0574"/>
                  <dgm:constr type="h" for="ch" forName="Child2Accent1" refType="h" fact="0.1217"/>
                  <dgm:constr type="l" for="ch" forName="Child2Accent2" refType="w" fact="0.2272"/>
                  <dgm:constr type="t" for="ch" forName="Child2Accent2" refType="h" fact="0.5511"/>
                  <dgm:constr type="w" for="ch" forName="Child2Accent2" refType="w" fact="0.0287"/>
                  <dgm:constr type="h" for="ch" forName="Child2Accent2" refType="h" fact="0.0608"/>
                  <dgm:constr type="l" for="ch" forName="Child2Accent3" refType="w" fact="0.1705"/>
                  <dgm:constr type="t" for="ch" forName="Child2Accent3" refType="h" fact="0.5511"/>
                  <dgm:constr type="w" for="ch" forName="Child2Accent3" refType="w" fact="0.0287"/>
                  <dgm:constr type="h" for="ch" forName="Child2Accent3" refType="h" fact="0.0608"/>
                  <dgm:constr type="l" for="ch" forName="Child2Accent4" refType="w" fact="0.1137"/>
                  <dgm:constr type="t" for="ch" forName="Child2Accent4" refType="h" fact="0.5511"/>
                  <dgm:constr type="w" for="ch" forName="Child2Accent4" refType="w" fact="0.0287"/>
                  <dgm:constr type="h" for="ch" forName="Child2Accent4" refType="h" fact="0.0608"/>
                  <dgm:constr type="l" for="ch" forName="Child1Accent6" refType="w" fact="0.061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l" for="ch" forName="Child2Accent5" refType="w" fact="0.057"/>
                  <dgm:constr type="t" for="ch" forName="Child2Accent5" refType="h" fact="0.5511"/>
                  <dgm:constr type="w" for="ch" forName="Child2Accent5" refType="w" fact="0.0287"/>
                  <dgm:constr type="h" for="ch" forName="Child2Accent5" refType="h" fact="0.0608"/>
                  <dgm:constr type="l" for="ch" forName="Child1Accent7" refType="w" fact="0.0002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Child2Accent6" refType="w" fact="0.0002"/>
                  <dgm:constr type="t" for="ch" forName="Child2Accent6" refType="h" fact="0.5511"/>
                  <dgm:constr type="w" for="ch" forName="Child2Accent6" refType="w" fact="0.0287"/>
                  <dgm:constr type="h" for="ch" forName="Child2Accent6" refType="h" fact="0.0608"/>
                  <dgm:constr type="l" for="ch" forName="Child2Accent7" refType="w" fact="0"/>
                  <dgm:constr type="t" for="ch" forName="Child2Accent7" refType="h" fact="0"/>
                  <dgm:constr type="w" for="ch" forName="Child2Accent7" refType="w" fact="0"/>
                  <dgm:constr type="h" for="ch" forName="Child2Accent7" refType="h" fact="0"/>
                  <dgm:constr type="l" for="ch" forName="Child3Accent1" refType="w" fact="0.3436"/>
                  <dgm:constr type="t" for="ch" forName="Child3Accent1" refType="h" fact="0.8153"/>
                  <dgm:constr type="w" for="ch" forName="Child3Accent1" refType="w" fact="0.0574"/>
                  <dgm:constr type="h" for="ch" forName="Child3Accent1" refType="h" fact="0.1217"/>
                  <dgm:constr type="l" for="ch" forName="Child3Accent2" refType="w" fact="0.3068"/>
                  <dgm:constr type="t" for="ch" forName="Child3Accent2" refType="h" fact="0.9392"/>
                  <dgm:constr type="w" for="ch" forName="Child3Accent2" refType="w" fact="0.0287"/>
                  <dgm:constr type="h" for="ch" forName="Child3Accent2" refType="h" fact="0.0608"/>
                  <dgm:constr type="l" for="ch" forName="Child3Accent3" refType="w" fact="0.2455"/>
                  <dgm:constr type="t" for="ch" forName="Child3Accent3" refType="h" fact="0.9392"/>
                  <dgm:constr type="w" for="ch" forName="Child3Accent3" refType="w" fact="0.0287"/>
                  <dgm:constr type="h" for="ch" forName="Child3Accent3" refType="h" fact="0.0608"/>
                  <dgm:constr type="l" for="ch" forName="Child3Accent4" refType="w" fact="0.1842"/>
                  <dgm:constr type="t" for="ch" forName="Child3Accent4" refType="h" fact="0.9392"/>
                  <dgm:constr type="w" for="ch" forName="Child3Accent4" refType="w" fact="0.0287"/>
                  <dgm:constr type="h" for="ch" forName="Child3Accent4" refType="h" fact="0.0608"/>
                  <dgm:constr type="l" for="ch" forName="Child3Accent5" refType="w" fact="0.1229"/>
                  <dgm:constr type="t" for="ch" forName="Child3Accent5" refType="h" fact="0.9392"/>
                  <dgm:constr type="w" for="ch" forName="Child3Accent5" refType="w" fact="0.0287"/>
                  <dgm:constr type="h" for="ch" forName="Child3Accent5" refType="h" fact="0.0608"/>
                  <dgm:constr type="l" for="ch" forName="Child3Accent6" refType="w" fact="0.0615"/>
                  <dgm:constr type="t" for="ch" forName="Child3Accent6" refType="h" fact="0.9392"/>
                  <dgm:constr type="w" for="ch" forName="Child3Accent6" refType="w" fact="0.0287"/>
                  <dgm:constr type="h" for="ch" forName="Child3Accent6" refType="h" fact="0.0608"/>
                  <dgm:constr type="l" for="ch" forName="Child3Accent7" refType="w" fact="0.0002"/>
                  <dgm:constr type="t" for="ch" forName="Child3Accent7" refType="h" fact="0.9392"/>
                  <dgm:constr type="w" for="ch" forName="Child3Accent7" refType="w" fact="0.0287"/>
                  <dgm:constr type="h" for="ch" forName="Child3Accent7" refType="h" fact="0.0608"/>
                  <dgm:constr type="l" for="ch" forName="ParentAccent1" refType="w" fact="0.9713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l" for="ch" forName="ParentAccent2" refType="w" fact="0.9187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l" for="ch" forName="ParentAccent3" refType="w" fact="0.8661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l" for="ch" forName="ParentAccent4" refType="w" fact="0.8136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l" for="ch" forName="ParentAccent5" refType="w" fact="0.761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l" for="ch" forName="ParentAccent6" refType="w" fact="0.6797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l" for="ch" forName="ParentAccent7" refType="w" fact="0.924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l" for="ch" forName="ParentAccent8" refType="w" fact="0.924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l" for="ch" forName="ParentAccent9" refType="w" fact="0.9501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l" for="ch" forName="ParentAccent10" refType="w" fact="0.9518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l" for="ch" forName="Child3" refType="w" fact="0"/>
                  <dgm:constr type="t" for="ch" forName="Child3" refType="h" fact="0.7822"/>
                  <dgm:constr type="w" for="ch" forName="Child3" refType="w" fact="0.3364"/>
                  <dgm:constr type="h" for="ch" forName="Child3" refType="h" fact="0.1564"/>
                  <dgm:constr type="l" for="ch" forName="Child2" refType="w" fact="0"/>
                  <dgm:constr type="t" for="ch" forName="Child2" refType="h" fact="0.3955"/>
                  <dgm:constr type="w" for="ch" forName="Child2" refType="w" fact="0.2544"/>
                  <dgm:constr type="h" for="ch" forName="Child2" refType="h" fact="0.1564"/>
                  <dgm:constr type="l" for="ch" forName="Child1" refType="w" fact="0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l" for="ch" forName="Parent" refType="w" fact="0.3653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1" axis="ch" ptType="node" func="cnt" op="equ" val="4">
                <dgm:alg type="composite">
                  <dgm:param type="ar" val="1.8304"/>
                </dgm:alg>
                <dgm:constrLst>
                  <dgm:constr type="l" for="ch" forName="Parent" refType="w" fact="0.3771"/>
                  <dgm:constr type="t" for="ch" forName="Parent" refType="h" fact="0.2946"/>
                  <dgm:constr type="w" for="ch" forName="Parent" refType="w" fact="0.2862"/>
                  <dgm:constr type="h" for="ch" forName="Parent" refType="h" fact="0.5239"/>
                  <dgm:constr type="l" for="ch" forName="Child1Accent1" refType="w" fact="0.3904"/>
                  <dgm:constr type="t" for="ch" forName="Child1Accent1" refType="h" fact="0.2104"/>
                  <dgm:constr type="w" for="ch" forName="Child1Accent1" refType="w" fact="0.0566"/>
                  <dgm:constr type="h" for="ch" forName="Child1Accent1" refType="h" fact="0.1035"/>
                  <dgm:constr type="l" for="ch" forName="Child1Accent3" refType="w" fact="0.3001"/>
                  <dgm:constr type="t" for="ch" forName="Child1Accent3" refType="h" fact="0.128"/>
                  <dgm:constr type="w" for="ch" forName="Child1Accent3" refType="w" fact="0.0283"/>
                  <dgm:constr type="h" for="ch" forName="Child1Accent3" refType="h" fact="0.0518"/>
                  <dgm:constr type="l" for="ch" forName="Child1Accent4" refType="w" fact="0.2418"/>
                  <dgm:constr type="t" for="ch" forName="Child1Accent4" refType="h" fact="0.128"/>
                  <dgm:constr type="w" for="ch" forName="Child1Accent4" refType="w" fact="0.0283"/>
                  <dgm:constr type="h" for="ch" forName="Child1Accent4" refType="h" fact="0.0518"/>
                  <dgm:constr type="l" for="ch" forName="Child1Accent5" refType="w" fact="0.1835"/>
                  <dgm:constr type="t" for="ch" forName="Child1Accent5" refType="h" fact="0.128"/>
                  <dgm:constr type="w" for="ch" forName="Child1Accent5" refType="w" fact="0.0283"/>
                  <dgm:constr type="h" for="ch" forName="Child1Accent5" refType="h" fact="0.0518"/>
                  <dgm:constr type="l" for="ch" forName="Child1Accent6" refType="w" fact="0.1252"/>
                  <dgm:constr type="t" for="ch" forName="Child1Accent6" refType="h" fact="0.128"/>
                  <dgm:constr type="w" for="ch" forName="Child1Accent6" refType="w" fact="0.0283"/>
                  <dgm:constr type="h" for="ch" forName="Child1Accent6" refType="h" fact="0.0518"/>
                  <dgm:constr type="l" for="ch" forName="Child3Accent1" refType="w" fact="0.3158"/>
                  <dgm:constr type="t" for="ch" forName="Child3Accent1" refType="h" fact="0.6212"/>
                  <dgm:constr type="w" for="ch" forName="Child3Accent1" refType="w" fact="0.0566"/>
                  <dgm:constr type="h" for="ch" forName="Child3Accent1" refType="h" fact="0.1035"/>
                  <dgm:constr type="l" for="ch" forName="Child3Accent2" refType="w" fact="0.2689"/>
                  <dgm:constr type="t" for="ch" forName="Child3Accent2" refType="h" fact="0.6828"/>
                  <dgm:constr type="w" for="ch" forName="Child3Accent2" refType="w" fact="0.0283"/>
                  <dgm:constr type="h" for="ch" forName="Child3Accent2" refType="h" fact="0.0518"/>
                  <dgm:constr type="l" for="ch" forName="Child3Accent4" refType="w" fact="0.1614"/>
                  <dgm:constr type="t" for="ch" forName="Child3Accent4" refType="h" fact="0.6828"/>
                  <dgm:constr type="w" for="ch" forName="Child3Accent4" refType="w" fact="0.0283"/>
                  <dgm:constr type="h" for="ch" forName="Child3Accent4" refType="h" fact="0.0518"/>
                  <dgm:constr type="l" for="ch" forName="Child3Accent5" refType="w" fact="0.1077"/>
                  <dgm:constr type="t" for="ch" forName="Child3Accent5" refType="h" fact="0.6828"/>
                  <dgm:constr type="w" for="ch" forName="Child3Accent5" refType="w" fact="0.0283"/>
                  <dgm:constr type="h" for="ch" forName="Child3Accent5" refType="h" fact="0.0518"/>
                  <dgm:constr type="l" for="ch" forName="Child1Accent7" refType="w" fact="0.0668"/>
                  <dgm:constr type="t" for="ch" forName="Child1Accent7" refType="h" fact="0.128"/>
                  <dgm:constr type="w" for="ch" forName="Child1Accent7" refType="w" fact="0.0283"/>
                  <dgm:constr type="h" for="ch" forName="Child1Accent7" refType="h" fact="0.0518"/>
                  <dgm:constr type="l" for="ch" forName="Child3Accent6" refType="w" fact="0.0539"/>
                  <dgm:constr type="t" for="ch" forName="Child3Accent6" refType="h" fact="0.6828"/>
                  <dgm:constr type="w" for="ch" forName="Child3Accent6" refType="w" fact="0.0283"/>
                  <dgm:constr type="h" for="ch" forName="Child3Accent6" refType="h" fact="0.0518"/>
                  <dgm:constr type="l" for="ch" forName="Child1Accent8" refType="w" fact="0.0085"/>
                  <dgm:constr type="t" for="ch" forName="Child1Accent8" refType="h" fact="0.128"/>
                  <dgm:constr type="w" for="ch" forName="Child1Accent8" refType="w" fact="0.0283"/>
                  <dgm:constr type="h" for="ch" forName="Child1Accent8" refType="h" fact="0.0518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Child3Accent7" refType="w" fact="0.0002"/>
                  <dgm:constr type="t" for="ch" forName="Child3Accent7" refType="h" fact="0.6828"/>
                  <dgm:constr type="w" for="ch" forName="Child3Accent7" refType="w" fact="0.0283"/>
                  <dgm:constr type="h" for="ch" forName="Child3Accent7" refType="h" fact="0.0518"/>
                  <dgm:constr type="l" for="ch" forName="Child4Accent1" refType="w" fact="0.3904"/>
                  <dgm:constr type="t" for="ch" forName="Child4Accent1" refType="h" fact="0.8"/>
                  <dgm:constr type="w" for="ch" forName="Child4Accent1" refType="w" fact="0.0566"/>
                  <dgm:constr type="h" for="ch" forName="Child4Accent1" refType="h" fact="0.1035"/>
                  <dgm:constr type="l" for="ch" forName="Child4Accent3" refType="w" fact="0.2998"/>
                  <dgm:constr type="t" for="ch" forName="Child4Accent3" refType="h" fact="0.9482"/>
                  <dgm:constr type="w" for="ch" forName="Child4Accent3" refType="w" fact="0.0283"/>
                  <dgm:constr type="h" for="ch" forName="Child4Accent3" refType="h" fact="0.0518"/>
                  <dgm:constr type="l" for="ch" forName="Child4Accent4" refType="w" fact="0.2415"/>
                  <dgm:constr type="t" for="ch" forName="Child4Accent4" refType="h" fact="0.9482"/>
                  <dgm:constr type="w" for="ch" forName="Child4Accent4" refType="w" fact="0.0283"/>
                  <dgm:constr type="h" for="ch" forName="Child4Accent4" refType="h" fact="0.0518"/>
                  <dgm:constr type="l" for="ch" forName="Child4Accent5" refType="w" fact="0.1833"/>
                  <dgm:constr type="t" for="ch" forName="Child4Accent5" refType="h" fact="0.9482"/>
                  <dgm:constr type="w" for="ch" forName="Child4Accent5" refType="w" fact="0.0283"/>
                  <dgm:constr type="h" for="ch" forName="Child4Accent5" refType="h" fact="0.0518"/>
                  <dgm:constr type="l" for="ch" forName="Child4Accent6" refType="w" fact="0.1251"/>
                  <dgm:constr type="t" for="ch" forName="Child4Accent6" refType="h" fact="0.9482"/>
                  <dgm:constr type="w" for="ch" forName="Child4Accent6" refType="w" fact="0.0283"/>
                  <dgm:constr type="h" for="ch" forName="Child4Accent6" refType="h" fact="0.0518"/>
                  <dgm:constr type="l" for="ch" forName="Child4Accent7" refType="w" fact="0.0668"/>
                  <dgm:constr type="t" for="ch" forName="Child4Accent7" refType="h" fact="0.9482"/>
                  <dgm:constr type="w" for="ch" forName="Child4Accent7" refType="w" fact="0.0283"/>
                  <dgm:constr type="h" for="ch" forName="Child4Accent7" refType="h" fact="0.0518"/>
                  <dgm:constr type="l" for="ch" forName="Child4Accent8" refType="w" fact="0.0086"/>
                  <dgm:constr type="t" for="ch" forName="Child4Accent8" refType="h" fact="0.9482"/>
                  <dgm:constr type="w" for="ch" forName="Child4Accent8" refType="w" fact="0.0283"/>
                  <dgm:constr type="h" for="ch" forName="Child4Accent8" refType="h" fact="0.0518"/>
                  <dgm:constr type="l" for="ch" forName="Child2Accent1" refType="w" fact="0.3158"/>
                  <dgm:constr type="t" for="ch" forName="Child2Accent1" refType="h" fact="0.3725"/>
                  <dgm:constr type="w" for="ch" forName="Child2Accent1" refType="w" fact="0.0566"/>
                  <dgm:constr type="h" for="ch" forName="Child2Accent1" refType="h" fact="0.1035"/>
                  <dgm:constr type="l" for="ch" forName="Child4Accent2" refType="w" fact="0.358"/>
                  <dgm:constr type="t" for="ch" forName="Child4Accent2" refType="h" fact="0.8993"/>
                  <dgm:constr type="w" for="ch" forName="Child4Accent2" refType="w" fact="0.0283"/>
                  <dgm:constr type="h" for="ch" forName="Child4Accent2" refType="h" fact="0.0518"/>
                  <dgm:constr type="l" for="ch" forName="Child1Accent2" refType="w" fact="0.3585"/>
                  <dgm:constr type="t" for="ch" forName="Child1Accent2" refType="h" fact="0.162"/>
                  <dgm:constr type="w" for="ch" forName="Child1Accent2" refType="w" fact="0.0283"/>
                  <dgm:constr type="h" for="ch" forName="Child1Accent2" refType="h" fact="0.0518"/>
                  <dgm:constr type="l" for="ch" forName="Child3Accent3" refType="w" fact="0.2151"/>
                  <dgm:constr type="t" for="ch" forName="Child3Accent3" refType="h" fact="0.6828"/>
                  <dgm:constr type="w" for="ch" forName="Child3Accent3" refType="w" fact="0.0283"/>
                  <dgm:constr type="h" for="ch" forName="Child3Accent3" refType="h" fact="0.0518"/>
                  <dgm:constr type="l" for="ch" forName="Child2Accent2" refType="w" fact="0.2689"/>
                  <dgm:constr type="t" for="ch" forName="Child2Accent2" refType="h" fact="0.3937"/>
                  <dgm:constr type="w" for="ch" forName="Child2Accent2" refType="w" fact="0.0283"/>
                  <dgm:constr type="h" for="ch" forName="Child2Accent2" refType="h" fact="0.0518"/>
                  <dgm:constr type="l" for="ch" forName="Child2Accent4" refType="w" fact="0.1614"/>
                  <dgm:constr type="t" for="ch" forName="Child2Accent4" refType="h" fact="0.3937"/>
                  <dgm:constr type="w" for="ch" forName="Child2Accent4" refType="w" fact="0.0283"/>
                  <dgm:constr type="h" for="ch" forName="Child2Accent4" refType="h" fact="0.0518"/>
                  <dgm:constr type="l" for="ch" forName="Child2Accent5" refType="w" fact="0.1077"/>
                  <dgm:constr type="t" for="ch" forName="Child2Accent5" refType="h" fact="0.3937"/>
                  <dgm:constr type="w" for="ch" forName="Child2Accent5" refType="w" fact="0.0283"/>
                  <dgm:constr type="h" for="ch" forName="Child2Accent5" refType="h" fact="0.0518"/>
                  <dgm:constr type="l" for="ch" forName="Child2Accent6" refType="w" fact="0.0539"/>
                  <dgm:constr type="t" for="ch" forName="Child2Accent6" refType="h" fact="0.3937"/>
                  <dgm:constr type="w" for="ch" forName="Child2Accent6" refType="w" fact="0.0283"/>
                  <dgm:constr type="h" for="ch" forName="Child2Accent6" refType="h" fact="0.0518"/>
                  <dgm:constr type="l" for="ch" forName="Child2Accent7" refType="w" fact="0.0002"/>
                  <dgm:constr type="t" for="ch" forName="Child2Accent7" refType="h" fact="0.3937"/>
                  <dgm:constr type="w" for="ch" forName="Child2Accent7" refType="w" fact="0.0283"/>
                  <dgm:constr type="h" for="ch" forName="Child2Accent7" refType="h" fact="0.0518"/>
                  <dgm:constr type="l" for="ch" forName="Child2Accent3" refType="w" fact="0.2151"/>
                  <dgm:constr type="t" for="ch" forName="Child2Accent3" refType="h" fact="0.3937"/>
                  <dgm:constr type="w" for="ch" forName="Child2Accent3" refType="w" fact="0.0283"/>
                  <dgm:constr type="h" for="ch" forName="Child2Accent3" refType="h" fact="0.0518"/>
                  <dgm:constr type="l" for="ch" forName="ParentAccent1" refType="w" fact="0.9717"/>
                  <dgm:constr type="t" for="ch" forName="ParentAccent1" refType="h" fact="0.5316"/>
                  <dgm:constr type="w" for="ch" forName="ParentAccent1" refType="w" fact="0.0283"/>
                  <dgm:constr type="h" for="ch" forName="ParentAccent1" refType="h" fact="0.0518"/>
                  <dgm:constr type="l" for="ch" forName="ParentAccent2" refType="w" fact="0.9199"/>
                  <dgm:constr type="t" for="ch" forName="ParentAccent2" refType="h" fact="0.5316"/>
                  <dgm:constr type="w" for="ch" forName="ParentAccent2" refType="w" fact="0.0283"/>
                  <dgm:constr type="h" for="ch" forName="ParentAccent2" refType="h" fact="0.0518"/>
                  <dgm:constr type="l" for="ch" forName="ParentAccent3" refType="w" fact="0.8682"/>
                  <dgm:constr type="t" for="ch" forName="ParentAccent3" refType="h" fact="0.5316"/>
                  <dgm:constr type="w" for="ch" forName="ParentAccent3" refType="w" fact="0.0283"/>
                  <dgm:constr type="h" for="ch" forName="ParentAccent3" refType="h" fact="0.0518"/>
                  <dgm:constr type="l" for="ch" forName="ParentAccent4" refType="w" fact="0.8164"/>
                  <dgm:constr type="t" for="ch" forName="ParentAccent4" refType="h" fact="0.5316"/>
                  <dgm:constr type="w" for="ch" forName="ParentAccent4" refType="w" fact="0.0283"/>
                  <dgm:constr type="h" for="ch" forName="ParentAccent4" refType="h" fact="0.0518"/>
                  <dgm:constr type="l" for="ch" forName="ParentAccent5" refType="w" fact="0.7646"/>
                  <dgm:constr type="t" for="ch" forName="ParentAccent5" refType="h" fact="0.5316"/>
                  <dgm:constr type="w" for="ch" forName="ParentAccent5" refType="w" fact="0.0283"/>
                  <dgm:constr type="h" for="ch" forName="ParentAccent5" refType="h" fact="0.0518"/>
                  <dgm:constr type="l" for="ch" forName="ParentAccent6" refType="w" fact="0.6846"/>
                  <dgm:constr type="t" for="ch" forName="ParentAccent6" refType="h" fact="0.5057"/>
                  <dgm:constr type="w" for="ch" forName="ParentAccent6" refType="w" fact="0.0566"/>
                  <dgm:constr type="h" for="ch" forName="ParentAccent6" refType="h" fact="0.1035"/>
                  <dgm:constr type="l" for="ch" forName="ParentAccent7" refType="w" fact="0.9256"/>
                  <dgm:constr type="t" for="ch" forName="ParentAccent7" refType="h" fact="0.4247"/>
                  <dgm:constr type="w" for="ch" forName="ParentAccent7" refType="w" fact="0.0283"/>
                  <dgm:constr type="h" for="ch" forName="ParentAccent7" refType="h" fact="0.0518"/>
                  <dgm:constr type="l" for="ch" forName="ParentAccent8" refType="w" fact="0.9256"/>
                  <dgm:constr type="t" for="ch" forName="ParentAccent8" refType="h" fact="0.6392"/>
                  <dgm:constr type="w" for="ch" forName="ParentAccent8" refType="w" fact="0.0283"/>
                  <dgm:constr type="h" for="ch" forName="ParentAccent8" refType="h" fact="0.0518"/>
                  <dgm:constr type="l" for="ch" forName="ParentAccent9" refType="w" fact="0.9509"/>
                  <dgm:constr type="t" for="ch" forName="ParentAccent9" refType="h" fact="0.4712"/>
                  <dgm:constr type="w" for="ch" forName="ParentAccent9" refType="w" fact="0.0283"/>
                  <dgm:constr type="h" for="ch" forName="ParentAccent9" refType="h" fact="0.0518"/>
                  <dgm:constr type="l" for="ch" forName="ParentAccent10" refType="w" fact="0.9525"/>
                  <dgm:constr type="t" for="ch" forName="ParentAccent10" refType="h" fact="0.593"/>
                  <dgm:constr type="w" for="ch" forName="ParentAccent10" refType="w" fact="0.0283"/>
                  <dgm:constr type="h" for="ch" forName="ParentAccent10" refType="h" fact="0.0518"/>
                  <dgm:constr type="l" for="ch" forName="Child4" refType="w" fact="0.0081"/>
                  <dgm:constr type="t" for="ch" forName="Child4" refType="h" fact="0.8184"/>
                  <dgm:constr type="w" for="ch" forName="Child4" refType="w" fact="0.3192"/>
                  <dgm:constr type="h" for="ch" forName="Child4" refType="h" fact="0.1294"/>
                  <dgm:constr type="l" for="ch" forName="Child3" refType="w" fact="0"/>
                  <dgm:constr type="t" for="ch" forName="Child3" refType="h" fact="0.5547"/>
                  <dgm:constr type="w" for="ch" forName="Child3" refType="w" fact="0.297"/>
                  <dgm:constr type="h" for="ch" forName="Child3" refType="h" fact="0.1294"/>
                  <dgm:constr type="l" for="ch" forName="Child2" refType="w" fact="0"/>
                  <dgm:constr type="t" for="ch" forName="Child2" refType="h" fact="0.2662"/>
                  <dgm:constr type="w" for="ch" forName="Child2" refType="w" fact="0.297"/>
                  <dgm:constr type="h" for="ch" forName="Child2" refType="h" fact="0.1294"/>
                  <dgm:constr type="l" for="ch" forName="Child1" refType="w" fact="0.0081"/>
                  <dgm:constr type="t" for="ch" forName="Child1" refType="h" fact="0"/>
                  <dgm:constr type="w" for="ch" forName="Child1" refType="w" fact="0.3192"/>
                  <dgm:constr type="h" for="ch" forName="Child1" refType="h" fact="0.1294"/>
                </dgm:constrLst>
              </dgm:if>
              <dgm:else name="Name12">
                <dgm:alg type="composite">
                  <dgm:param type="ar" val="1.3278"/>
                </dgm:alg>
                <dgm:constrLst>
                  <dgm:constr type="l" for="ch" forName="Child2Accent1" refType="w" fact="0.3436"/>
                  <dgm:constr type="t" for="ch" forName="Child2Accent1" refType="h" fact="0.3184"/>
                  <dgm:constr type="w" for="ch" forName="Child2Accent1" refType="w" fact="0.0574"/>
                  <dgm:constr type="h" for="ch" forName="Child2Accent1" refType="h" fact="0.0763"/>
                  <dgm:constr type="l" for="ch" forName="Child2Accent2" refType="w" fact="0.3068"/>
                  <dgm:constr type="t" for="ch" forName="Child2Accent2" refType="h" fact="0.2781"/>
                  <dgm:constr type="w" for="ch" forName="Child2Accent2" refType="w" fact="0.0287"/>
                  <dgm:constr type="h" for="ch" forName="Child2Accent2" refType="h" fact="0.0381"/>
                  <dgm:constr type="l" for="ch" forName="Child2Accent3" refType="w" fact="0.2455"/>
                  <dgm:constr type="t" for="ch" forName="Child2Accent3" refType="h" fact="0.2781"/>
                  <dgm:constr type="w" for="ch" forName="Child2Accent3" refType="w" fact="0.0287"/>
                  <dgm:constr type="h" for="ch" forName="Child2Accent3" refType="h" fact="0.0381"/>
                  <dgm:constr type="l" for="ch" forName="Child2Accent4" refType="w" fact="0.1842"/>
                  <dgm:constr type="t" for="ch" forName="Child2Accent4" refType="h" fact="0.2781"/>
                  <dgm:constr type="w" for="ch" forName="Child2Accent4" refType="w" fact="0.0287"/>
                  <dgm:constr type="h" for="ch" forName="Child2Accent4" refType="h" fact="0.0381"/>
                  <dgm:constr type="l" for="ch" forName="Child2Accent5" refType="w" fact="0.1229"/>
                  <dgm:constr type="t" for="ch" forName="Child2Accent5" refType="h" fact="0.2781"/>
                  <dgm:constr type="w" for="ch" forName="Child2Accent5" refType="w" fact="0.0287"/>
                  <dgm:constr type="h" for="ch" forName="Child2Accent5" refType="h" fact="0.0381"/>
                  <dgm:constr type="l" for="ch" forName="Child3Accent1" refType="w" fact="0.284"/>
                  <dgm:constr type="t" for="ch" forName="Child3Accent1" refType="h" fact="0.5061"/>
                  <dgm:constr type="w" for="ch" forName="Child3Accent1" refType="w" fact="0.0574"/>
                  <dgm:constr type="h" for="ch" forName="Child3Accent1" refType="h" fact="0.0763"/>
                  <dgm:constr type="l" for="ch" forName="Child3Accent2" refType="w" fact="0.2272"/>
                  <dgm:constr type="t" for="ch" forName="Child3Accent2" refType="h" fact="0.5252"/>
                  <dgm:constr type="w" for="ch" forName="Child3Accent2" refType="w" fact="0.0287"/>
                  <dgm:constr type="h" for="ch" forName="Child3Accent2" refType="h" fact="0.0381"/>
                  <dgm:constr type="l" for="ch" forName="Child3Accent3" refType="w" fact="0.1705"/>
                  <dgm:constr type="t" for="ch" forName="Child3Accent3" refType="h" fact="0.5252"/>
                  <dgm:constr type="w" for="ch" forName="Child3Accent3" refType="w" fact="0.0287"/>
                  <dgm:constr type="h" for="ch" forName="Child3Accent3" refType="h" fact="0.0381"/>
                  <dgm:constr type="l" for="ch" forName="Child3Accent4" refType="w" fact="0.1137"/>
                  <dgm:constr type="t" for="ch" forName="Child3Accent4" refType="h" fact="0.5252"/>
                  <dgm:constr type="w" for="ch" forName="Child3Accent4" refType="w" fact="0.0287"/>
                  <dgm:constr type="h" for="ch" forName="Child3Accent4" refType="h" fact="0.0381"/>
                  <dgm:constr type="l" for="ch" forName="Child2Accent6" refType="w" fact="0.0615"/>
                  <dgm:constr type="t" for="ch" forName="Child2Accent6" refType="h" fact="0.2781"/>
                  <dgm:constr type="w" for="ch" forName="Child2Accent6" refType="w" fact="0.0287"/>
                  <dgm:constr type="h" for="ch" forName="Child2Accent6" refType="h" fact="0.0381"/>
                  <dgm:constr type="l" for="ch" forName="Child3Accent5" refType="w" fact="0.057"/>
                  <dgm:constr type="t" for="ch" forName="Child3Accent5" refType="h" fact="0.5252"/>
                  <dgm:constr type="w" for="ch" forName="Child3Accent5" refType="w" fact="0.0287"/>
                  <dgm:constr type="h" for="ch" forName="Child3Accent5" refType="h" fact="0.0381"/>
                  <dgm:constr type="l" for="ch" forName="Child2Accent7" refType="w" fact="0.0002"/>
                  <dgm:constr type="t" for="ch" forName="Child2Accent7" refType="h" fact="0.2781"/>
                  <dgm:constr type="w" for="ch" forName="Child2Accent7" refType="w" fact="0.0287"/>
                  <dgm:constr type="h" for="ch" forName="Child2Accent7" refType="h" fact="0.0381"/>
                  <dgm:constr type="l" for="ch" forName="Child3Accent6" refType="w" fact="0.0002"/>
                  <dgm:constr type="t" for="ch" forName="Child3Accent6" refType="h" fact="0.5252"/>
                  <dgm:constr type="w" for="ch" forName="Child3Accent6" refType="w" fact="0.0287"/>
                  <dgm:constr type="h" for="ch" forName="Child3Accent6" refType="h" fact="0.0381"/>
                  <dgm:constr type="l" for="ch" forName="Child3Accent7" refType="w" fact="0"/>
                  <dgm:constr type="t" for="ch" forName="Child3Accent7" refType="h" fact="0"/>
                  <dgm:constr type="w" for="ch" forName="Child3Accent7" refType="w" fact="0"/>
                  <dgm:constr type="h" for="ch" forName="Child3Accent7" refType="h" fact="0"/>
                  <dgm:constr type="l" for="ch" forName="Child4Accent1" refType="w" fact="0.3436"/>
                  <dgm:constr type="t" for="ch" forName="Child4Accent1" refType="h" fact="0.6908"/>
                  <dgm:constr type="w" for="ch" forName="Child4Accent1" refType="w" fact="0.0574"/>
                  <dgm:constr type="h" for="ch" forName="Child4Accent1" refType="h" fact="0.0763"/>
                  <dgm:constr type="l" for="ch" forName="Child4Accent2" refType="w" fact="0.3068"/>
                  <dgm:constr type="t" for="ch" forName="Child4Accent2" refType="h" fact="0.7684"/>
                  <dgm:constr type="w" for="ch" forName="Child4Accent2" refType="w" fact="0.0287"/>
                  <dgm:constr type="h" for="ch" forName="Child4Accent2" refType="h" fact="0.0381"/>
                  <dgm:constr type="l" for="ch" forName="Child4Accent3" refType="w" fact="0.2455"/>
                  <dgm:constr type="t" for="ch" forName="Child4Accent3" refType="h" fact="0.7684"/>
                  <dgm:constr type="w" for="ch" forName="Child4Accent3" refType="w" fact="0.0287"/>
                  <dgm:constr type="h" for="ch" forName="Child4Accent3" refType="h" fact="0.0381"/>
                  <dgm:constr type="l" for="ch" forName="Child4Accent4" refType="w" fact="0.1842"/>
                  <dgm:constr type="t" for="ch" forName="Child4Accent4" refType="h" fact="0.7684"/>
                  <dgm:constr type="w" for="ch" forName="Child4Accent4" refType="w" fact="0.0287"/>
                  <dgm:constr type="h" for="ch" forName="Child4Accent4" refType="h" fact="0.0381"/>
                  <dgm:constr type="l" for="ch" forName="Child4Accent5" refType="w" fact="0.1229"/>
                  <dgm:constr type="t" for="ch" forName="Child4Accent5" refType="h" fact="0.7684"/>
                  <dgm:constr type="w" for="ch" forName="Child4Accent5" refType="w" fact="0.0287"/>
                  <dgm:constr type="h" for="ch" forName="Child4Accent5" refType="h" fact="0.0381"/>
                  <dgm:constr type="l" for="ch" forName="Child4Accent6" refType="w" fact="0.0615"/>
                  <dgm:constr type="t" for="ch" forName="Child4Accent6" refType="h" fact="0.7684"/>
                  <dgm:constr type="w" for="ch" forName="Child4Accent6" refType="w" fact="0.0287"/>
                  <dgm:constr type="h" for="ch" forName="Child4Accent6" refType="h" fact="0.0381"/>
                  <dgm:constr type="l" for="ch" forName="Child4Accent7" refType="w" fact="0.0002"/>
                  <dgm:constr type="t" for="ch" forName="Child4Accent7" refType="h" fact="0.7684"/>
                  <dgm:constr type="w" for="ch" forName="Child4Accent7" refType="w" fact="0.0287"/>
                  <dgm:constr type="h" for="ch" forName="Child4Accent7" refType="h" fact="0.0381"/>
                  <dgm:constr type="l" for="ch" forName="Child4Accent8" refType="w" fact="0"/>
                  <dgm:constr type="t" for="ch" forName="Child4Accent8" refType="h" fact="0"/>
                  <dgm:constr type="w" for="ch" forName="Child4Accent8" refType="w" fact="0"/>
                  <dgm:constr type="h" for="ch" forName="Child4Accent8" refType="h" fact="0"/>
                  <dgm:constr type="l" for="ch" forName="ParentAccent1" refType="w" fact="0.9713"/>
                  <dgm:constr type="t" for="ch" forName="ParentAccent1" refType="h" fact="0.5252"/>
                  <dgm:constr type="w" for="ch" forName="ParentAccent1" refType="w" fact="0.0287"/>
                  <dgm:constr type="h" for="ch" forName="ParentAccent1" refType="h" fact="0.0381"/>
                  <dgm:constr type="l" for="ch" forName="ParentAccent2" refType="w" fact="0.9187"/>
                  <dgm:constr type="t" for="ch" forName="ParentAccent2" refType="h" fact="0.5252"/>
                  <dgm:constr type="w" for="ch" forName="ParentAccent2" refType="w" fact="0.0287"/>
                  <dgm:constr type="h" for="ch" forName="ParentAccent2" refType="h" fact="0.0381"/>
                  <dgm:constr type="l" for="ch" forName="ParentAccent3" refType="w" fact="0.8661"/>
                  <dgm:constr type="t" for="ch" forName="ParentAccent3" refType="h" fact="0.5252"/>
                  <dgm:constr type="w" for="ch" forName="ParentAccent3" refType="w" fact="0.0287"/>
                  <dgm:constr type="h" for="ch" forName="ParentAccent3" refType="h" fact="0.0381"/>
                  <dgm:constr type="l" for="ch" forName="ParentAccent4" refType="w" fact="0.8136"/>
                  <dgm:constr type="t" for="ch" forName="ParentAccent4" refType="h" fact="0.5252"/>
                  <dgm:constr type="w" for="ch" forName="ParentAccent4" refType="w" fact="0.0287"/>
                  <dgm:constr type="h" for="ch" forName="ParentAccent4" refType="h" fact="0.0381"/>
                  <dgm:constr type="l" for="ch" forName="ParentAccent5" refType="w" fact="0.761"/>
                  <dgm:constr type="t" for="ch" forName="ParentAccent5" refType="h" fact="0.5252"/>
                  <dgm:constr type="w" for="ch" forName="ParentAccent5" refType="w" fact="0.0287"/>
                  <dgm:constr type="h" for="ch" forName="ParentAccent5" refType="h" fact="0.0381"/>
                  <dgm:constr type="l" for="ch" forName="ParentAccent6" refType="w" fact="0.6797"/>
                  <dgm:constr type="t" for="ch" forName="ParentAccent6" refType="h" fact="0.5061"/>
                  <dgm:constr type="w" for="ch" forName="ParentAccent6" refType="w" fact="0.0574"/>
                  <dgm:constr type="h" for="ch" forName="ParentAccent6" refType="h" fact="0.0763"/>
                  <dgm:constr type="l" for="ch" forName="ParentAccent7" refType="w" fact="0.9245"/>
                  <dgm:constr type="t" for="ch" forName="ParentAccent7" refType="h" fact="0.4464"/>
                  <dgm:constr type="w" for="ch" forName="ParentAccent7" refType="w" fact="0.0287"/>
                  <dgm:constr type="h" for="ch" forName="ParentAccent7" refType="h" fact="0.0381"/>
                  <dgm:constr type="l" for="ch" forName="ParentAccent8" refType="w" fact="0.9245"/>
                  <dgm:constr type="t" for="ch" forName="ParentAccent8" refType="h" fact="0.6045"/>
                  <dgm:constr type="w" for="ch" forName="ParentAccent8" refType="w" fact="0.0287"/>
                  <dgm:constr type="h" for="ch" forName="ParentAccent8" refType="h" fact="0.0381"/>
                  <dgm:constr type="l" for="ch" forName="ParentAccent9" refType="w" fact="0.9501"/>
                  <dgm:constr type="t" for="ch" forName="ParentAccent9" refType="h" fact="0.4807"/>
                  <dgm:constr type="w" for="ch" forName="ParentAccent9" refType="w" fact="0.0287"/>
                  <dgm:constr type="h" for="ch" forName="ParentAccent9" refType="h" fact="0.0381"/>
                  <dgm:constr type="l" for="ch" forName="ParentAccent10" refType="w" fact="0.9518"/>
                  <dgm:constr type="t" for="ch" forName="ParentAccent10" refType="h" fact="0.5705"/>
                  <dgm:constr type="w" for="ch" forName="ParentAccent10" refType="w" fact="0.0287"/>
                  <dgm:constr type="h" for="ch" forName="ParentAccent10" refType="h" fact="0.0381"/>
                  <dgm:constr type="l" for="ch" forName="Child1Accent1" refType="w" fact="0.4819"/>
                  <dgm:constr type="t" for="ch" forName="Child1Accent1" refType="h" fact="0.2457"/>
                  <dgm:constr type="w" for="ch" forName="Child1Accent1" refType="w" fact="0.0574"/>
                  <dgm:constr type="h" for="ch" forName="Child1Accent1" refType="h" fact="0.0763"/>
                  <dgm:constr type="l" for="ch" forName="Child1Accent4" refType="w" fact="0.3653"/>
                  <dgm:constr type="t" for="ch" forName="Child1Accent4" refType="h" fact="0.097"/>
                  <dgm:constr type="w" for="ch" forName="Child1Accent4" refType="w" fact="0.0287"/>
                  <dgm:constr type="h" for="ch" forName="Child1Accent4" refType="h" fact="0.0381"/>
                  <dgm:constr type="l" for="ch" forName="Child1Accent5" refType="w" fact="0.304"/>
                  <dgm:constr type="t" for="ch" forName="Child1Accent5" refType="h" fact="0.097"/>
                  <dgm:constr type="w" for="ch" forName="Child1Accent5" refType="w" fact="0.0287"/>
                  <dgm:constr type="h" for="ch" forName="Child1Accent5" refType="h" fact="0.0381"/>
                  <dgm:constr type="l" for="ch" forName="Child1Accent6" refType="w" fact="0.2426"/>
                  <dgm:constr type="t" for="ch" forName="Child1Accent6" refType="h" fact="0.097"/>
                  <dgm:constr type="w" for="ch" forName="Child1Accent6" refType="w" fact="0.0287"/>
                  <dgm:constr type="h" for="ch" forName="Child1Accent6" refType="h" fact="0.0381"/>
                  <dgm:constr type="l" for="ch" forName="Child1Accent7" refType="w" fact="0.1813"/>
                  <dgm:constr type="t" for="ch" forName="Child1Accent7" refType="h" fact="0.097"/>
                  <dgm:constr type="w" for="ch" forName="Child1Accent7" refType="w" fact="0.0287"/>
                  <dgm:constr type="h" for="ch" forName="Child1Accent7" refType="h" fact="0.0381"/>
                  <dgm:constr type="l" for="ch" forName="Child1Accent8" refType="w" fact="0.12"/>
                  <dgm:constr type="t" for="ch" forName="Child1Accent8" refType="h" fact="0.097"/>
                  <dgm:constr type="w" for="ch" forName="Child1Accent8" refType="w" fact="0.0287"/>
                  <dgm:constr type="h" for="ch" forName="Child1Accent8" refType="h" fact="0.0381"/>
                  <dgm:constr type="l" for="ch" forName="Child1Accent9" refType="w" fact="0.0587"/>
                  <dgm:constr type="t" for="ch" forName="Child1Accent9" refType="h" fact="0.097"/>
                  <dgm:constr type="w" for="ch" forName="Child1Accent9" refType="w" fact="0.0287"/>
                  <dgm:constr type="h" for="ch" forName="Child1Accent9" refType="h" fact="0.0381"/>
                  <dgm:constr type="l" for="ch" forName="Child5Accent1" refType="w" fact="0.4819"/>
                  <dgm:constr type="t" for="ch" forName="Child5Accent1" refType="h" fact="0.7601"/>
                  <dgm:constr type="w" for="ch" forName="Child5Accent1" refType="w" fact="0.0574"/>
                  <dgm:constr type="h" for="ch" forName="Child5Accent1" refType="h" fact="0.0763"/>
                  <dgm:constr type="l" for="ch" forName="Child5Accent4" refType="w" fact="0.3653"/>
                  <dgm:constr type="t" for="ch" forName="Child5Accent4" refType="h" fact="0.9619"/>
                  <dgm:constr type="w" for="ch" forName="Child5Accent4" refType="w" fact="0.0287"/>
                  <dgm:constr type="h" for="ch" forName="Child5Accent4" refType="h" fact="0.0381"/>
                  <dgm:constr type="l" for="ch" forName="Child5Accent5" refType="w" fact="0.304"/>
                  <dgm:constr type="t" for="ch" forName="Child5Accent5" refType="h" fact="0.9619"/>
                  <dgm:constr type="w" for="ch" forName="Child5Accent5" refType="w" fact="0.0287"/>
                  <dgm:constr type="h" for="ch" forName="Child5Accent5" refType="h" fact="0.0381"/>
                  <dgm:constr type="l" for="ch" forName="Child5Accent6" refType="w" fact="0.2426"/>
                  <dgm:constr type="t" for="ch" forName="Child5Accent6" refType="h" fact="0.9619"/>
                  <dgm:constr type="w" for="ch" forName="Child5Accent6" refType="w" fact="0.0287"/>
                  <dgm:constr type="h" for="ch" forName="Child5Accent6" refType="h" fact="0.0381"/>
                  <dgm:constr type="l" for="ch" forName="Child5Accent7" refType="w" fact="0.1813"/>
                  <dgm:constr type="t" for="ch" forName="Child5Accent7" refType="h" fact="0.9619"/>
                  <dgm:constr type="w" for="ch" forName="Child5Accent7" refType="w" fact="0.0287"/>
                  <dgm:constr type="h" for="ch" forName="Child5Accent7" refType="h" fact="0.0381"/>
                  <dgm:constr type="l" for="ch" forName="Child5Accent8" refType="w" fact="0.12"/>
                  <dgm:constr type="t" for="ch" forName="Child5Accent8" refType="h" fact="0.9619"/>
                  <dgm:constr type="w" for="ch" forName="Child5Accent8" refType="w" fact="0.0287"/>
                  <dgm:constr type="h" for="ch" forName="Child5Accent8" refType="h" fact="0.0381"/>
                  <dgm:constr type="l" for="ch" forName="Child5Accent9" refType="w" fact="0.0587"/>
                  <dgm:constr type="t" for="ch" forName="Child5Accent9" refType="h" fact="0.9619"/>
                  <dgm:constr type="w" for="ch" forName="Child5Accent9" refType="w" fact="0.0287"/>
                  <dgm:constr type="h" for="ch" forName="Child5Accent9" refType="h" fact="0.0381"/>
                  <dgm:constr type="l" for="ch" forName="Child5Accent2" refType="w" fact="0.453"/>
                  <dgm:constr type="t" for="ch" forName="Child5Accent2" refType="h" fact="0.8375"/>
                  <dgm:constr type="w" for="ch" forName="Child5Accent2" refType="w" fact="0.0287"/>
                  <dgm:constr type="h" for="ch" forName="Child5Accent2" refType="h" fact="0.0381"/>
                  <dgm:constr type="l" for="ch" forName="Child5Accent3" refType="w" fact="0.4118"/>
                  <dgm:constr type="t" for="ch" forName="Child5Accent3" refType="h" fact="0.8991"/>
                  <dgm:constr type="w" for="ch" forName="Child5Accent3" refType="w" fact="0.0287"/>
                  <dgm:constr type="h" for="ch" forName="Child5Accent3" refType="h" fact="0.0381"/>
                  <dgm:constr type="l" for="ch" forName="Child1Accent2" refType="w" fact="0.4458"/>
                  <dgm:constr type="t" for="ch" forName="Child1Accent2" refType="h" fact="0.2004"/>
                  <dgm:constr type="w" for="ch" forName="Child1Accent2" refType="w" fact="0.0287"/>
                  <dgm:constr type="h" for="ch" forName="Child1Accent2" refType="h" fact="0.0381"/>
                  <dgm:constr type="l" for="ch" forName="Child1Accent3" refType="w" fact="0.4054"/>
                  <dgm:constr type="t" for="ch" forName="Child1Accent3" refType="h" fact="0.1445"/>
                  <dgm:constr type="w" for="ch" forName="Child1Accent3" refType="w" fact="0.0287"/>
                  <dgm:constr type="h" for="ch" forName="Child1Accent3" refType="h" fact="0.0381"/>
                  <dgm:constr type="l" for="ch" forName="Child5" refType="w" fact="0.0581"/>
                  <dgm:constr type="t" for="ch" forName="Child5" refType="h" fact="0.8635"/>
                  <dgm:constr type="w" for="ch" forName="Child5" refType="w" fact="0.3364"/>
                  <dgm:constr type="h" for="ch" forName="Child5" refType="h" fact="0.0981"/>
                  <dgm:constr type="l" for="ch" forName="Child4" refType="w" fact="0"/>
                  <dgm:constr type="t" for="ch" forName="Child4" refType="h" fact="0.6701"/>
                  <dgm:constr type="w" for="ch" forName="Child4" refType="w" fact="0.3364"/>
                  <dgm:constr type="h" for="ch" forName="Child4" refType="h" fact="0.0981"/>
                  <dgm:constr type="l" for="ch" forName="Child3" refType="w" fact="0"/>
                  <dgm:constr type="t" for="ch" forName="Child3" refType="h" fact="0.4276"/>
                  <dgm:constr type="w" for="ch" forName="Child3" refType="w" fact="0.2544"/>
                  <dgm:constr type="h" for="ch" forName="Child3" refType="h" fact="0.0981"/>
                  <dgm:constr type="l" for="ch" forName="Child2" refType="w" fact="0"/>
                  <dgm:constr type="t" for="ch" forName="Child2" refType="h" fact="0.1798"/>
                  <dgm:constr type="w" for="ch" forName="Child2" refType="w" fact="0.3364"/>
                  <dgm:constr type="h" for="ch" forName="Child2" refType="h" fact="0.0981"/>
                  <dgm:constr type="l" for="ch" forName="Child1" refType="w" fact="0.0581"/>
                  <dgm:constr type="t" for="ch" forName="Child1" refType="h" fact="0"/>
                  <dgm:constr type="w" for="ch" forName="Child1" refType="w" fact="0.3364"/>
                  <dgm:constr type="h" for="ch" forName="Child1" refType="h" fact="0.0981"/>
                  <dgm:constr type="l" for="ch" forName="Parent" refType="w" fact="0.3653"/>
                  <dgm:constr type="t" for="ch" forName="Parent" refType="h" fact="0.3513"/>
                  <dgm:constr type="w" for="ch" forName="Parent" refType="w" fact="0.2906"/>
                  <dgm:constr type="h" for="ch" forName="Parent" refType="h" fact="0.3859"/>
                </dgm:constrLst>
              </dgm:else>
            </dgm:choose>
          </dgm:if>
          <dgm:else name="Name13">
            <dgm:choose name="Name14">
              <dgm:if name="Name15" axis="ch" ptType="node" func="cnt" op="equ" val="0">
                <dgm:alg type="composite">
                  <dgm:param type="ar" val="2.1059"/>
                </dgm:alg>
                <dgm:constrLst>
                  <dgm:constr type="r" for="ch" forName="Parent" refType="w"/>
                  <dgm:constr type="t" for="ch" forName="Parent" refType="h" fact="0"/>
                  <dgm:constr type="w" for="ch" forName="Parent" refType="w" fact="0.4749"/>
                  <dgm:constr type="h" for="ch" forName="Parent" refType="h"/>
                  <dgm:constr type="r" for="ch" forName="ParentAccent1" refType="w" fact="0.0469"/>
                  <dgm:constr type="t" for="ch" forName="ParentAccent1" refType="h" fact="0.4506"/>
                  <dgm:constr type="w" for="ch" forName="ParentAccent1" refType="w" fact="0.0469"/>
                  <dgm:constr type="h" for="ch" forName="ParentAccent1" refType="h" fact="0.0988"/>
                  <dgm:constr type="r" for="ch" forName="ParentAccent2" refType="w" fact="0.1266"/>
                  <dgm:constr type="t" for="ch" forName="ParentAccent2" refType="h" fact="0.4506"/>
                  <dgm:constr type="w" for="ch" forName="ParentAccent2" refType="w" fact="0.0469"/>
                  <dgm:constr type="h" for="ch" forName="ParentAccent2" refType="h" fact="0.0988"/>
                  <dgm:constr type="r" for="ch" forName="ParentAccent3" refType="w" fact="0.2063"/>
                  <dgm:constr type="t" for="ch" forName="ParentAccent3" refType="h" fact="0.4506"/>
                  <dgm:constr type="w" for="ch" forName="ParentAccent3" refType="w" fact="0.0469"/>
                  <dgm:constr type="h" for="ch" forName="ParentAccent3" refType="h" fact="0.0988"/>
                  <dgm:constr type="r" for="ch" forName="ParentAccent4" refType="w" fact="0.286"/>
                  <dgm:constr type="t" for="ch" forName="ParentAccent4" refType="h" fact="0.4506"/>
                  <dgm:constr type="w" for="ch" forName="ParentAccent4" refType="w" fact="0.0469"/>
                  <dgm:constr type="h" for="ch" forName="ParentAccent4" refType="h" fact="0.0988"/>
                  <dgm:constr type="r" for="ch" forName="ParentAccent5" refType="w" fact="0.3657"/>
                  <dgm:constr type="t" for="ch" forName="ParentAccent5" refType="h" fact="0.4506"/>
                  <dgm:constr type="w" for="ch" forName="ParentAccent5" refType="w" fact="0.0469"/>
                  <dgm:constr type="h" for="ch" forName="ParentAccent5" refType="h" fact="0.0988"/>
                  <dgm:constr type="r" for="ch" forName="ParentAccent6" refType="w" fact="0.4924"/>
                  <dgm:constr type="t" for="ch" forName="ParentAccent6" refType="h" fact="0.4012"/>
                  <dgm:constr type="w" for="ch" forName="ParentAccent6" refType="w" fact="0.0939"/>
                  <dgm:constr type="h" for="ch" forName="ParentAccent6" refType="h" fact="0.1976"/>
                  <dgm:constr type="r" for="ch" forName="ParentAccent7" refType="w" fact="0.1234"/>
                  <dgm:constr type="t" for="ch" forName="ParentAccent7" refType="h" fact="0.2465"/>
                  <dgm:constr type="w" for="ch" forName="ParentAccent7" refType="w" fact="0.0469"/>
                  <dgm:constr type="h" for="ch" forName="ParentAccent7" refType="h" fact="0.0988"/>
                  <dgm:constr type="r" for="ch" forName="ParentAccent8" refType="w" fact="0.1234"/>
                  <dgm:constr type="t" for="ch" forName="ParentAccent8" refType="h" fact="0.6562"/>
                  <dgm:constr type="w" for="ch" forName="ParentAccent8" refType="w" fact="0.0469"/>
                  <dgm:constr type="h" for="ch" forName="ParentAccent8" refType="h" fact="0.0988"/>
                  <dgm:constr type="r" for="ch" forName="ParentAccent9" refType="w" fact="0.0815"/>
                  <dgm:constr type="t" for="ch" forName="ParentAccent9" refType="h" fact="0.3353"/>
                  <dgm:constr type="w" for="ch" forName="ParentAccent9" refType="w" fact="0.0469"/>
                  <dgm:constr type="h" for="ch" forName="ParentAccent9" refType="h" fact="0.0988"/>
                  <dgm:constr type="r" for="ch" forName="ParentAccent10" refType="w" fact="0.0787"/>
                  <dgm:constr type="t" for="ch" forName="ParentAccent10" refType="h" fact="0.5679"/>
                  <dgm:constr type="w" for="ch" forName="ParentAccent10" refType="w" fact="0.0469"/>
                  <dgm:constr type="h" for="ch" forName="ParentAccent10" refType="h" fact="0.0988"/>
                </dgm:constrLst>
              </dgm:if>
              <dgm:if name="Name16" axis="ch" ptType="node" func="cnt" op="equ" val="1">
                <dgm:alg type="composite">
                  <dgm:param type="ar" val="3.4411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r" for="ch" forName="Child1Accent1" refType="w" fact="0.716"/>
                  <dgm:constr type="t" for="ch" forName="Child1Accent1" refType="h" fact="0.4012"/>
                  <dgm:constr type="w" for="ch" forName="Child1Accent1" refType="w" fact="0.0574"/>
                  <dgm:constr type="h" for="ch" forName="Child1Accent1" refType="h" fact="0.1976"/>
                  <dgm:constr type="r" for="ch" forName="Child1Accent2" refType="w" fact="0.7728"/>
                  <dgm:constr type="t" for="ch" forName="Child1Accent2" refType="h" fact="0.4506"/>
                  <dgm:constr type="w" for="ch" forName="Child1Accent2" refType="w" fact="0.0287"/>
                  <dgm:constr type="h" for="ch" forName="Child1Accent2" refType="h" fact="0.0988"/>
                  <dgm:constr type="r" for="ch" forName="Child1Accent3" refType="w" fact="0.8295"/>
                  <dgm:constr type="t" for="ch" forName="Child1Accent3" refType="h" fact="0.4506"/>
                  <dgm:constr type="w" for="ch" forName="Child1Accent3" refType="w" fact="0.0287"/>
                  <dgm:constr type="h" for="ch" forName="Child1Accent3" refType="h" fact="0.0988"/>
                  <dgm:constr type="r" for="ch" forName="Child1Accent4" refType="w" fact="0.8863"/>
                  <dgm:constr type="t" for="ch" forName="Child1Accent4" refType="h" fact="0.4506"/>
                  <dgm:constr type="w" for="ch" forName="Child1Accent4" refType="w" fact="0.0287"/>
                  <dgm:constr type="h" for="ch" forName="Child1Accent4" refType="h" fact="0.0988"/>
                  <dgm:constr type="r" for="ch" forName="Child1Accent5" refType="w" fact="0.943"/>
                  <dgm:constr type="t" for="ch" forName="Child1Accent5" refType="h" fact="0.4506"/>
                  <dgm:constr type="w" for="ch" forName="Child1Accent5" refType="w" fact="0.0287"/>
                  <dgm:constr type="h" for="ch" forName="Child1Accent5" refType="h" fact="0.0988"/>
                  <dgm:constr type="r" for="ch" forName="Child1Accent6" refType="w" fact="0.9998"/>
                  <dgm:constr type="t" for="ch" forName="Child1Accent6" refType="h" fact="0.4506"/>
                  <dgm:constr type="w" for="ch" forName="Child1Accent6" refType="w" fact="0.0287"/>
                  <dgm:constr type="h" for="ch" forName="Child1Accent6" refType="h" fact="0.0988"/>
                  <dgm:constr type="l" for="ch" forName="Child1Accent7" refType="w" fact="0"/>
                  <dgm:constr type="t" for="ch" forName="Child1Accent7" refType="h" fact="0"/>
                  <dgm:constr type="w" for="ch" forName="Child1Accent7" refType="w" fact="0"/>
                  <dgm:constr type="h" for="ch" forName="Child1Accent7" refType="h" fact="0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ParentAccent1" refType="w" fact="0.0287"/>
                  <dgm:constr type="t" for="ch" forName="ParentAccent1" refType="h" fact="0.4506"/>
                  <dgm:constr type="w" for="ch" forName="ParentAccent1" refType="w" fact="0.0287"/>
                  <dgm:constr type="h" for="ch" forName="ParentAccent1" refType="h" fact="0.0988"/>
                  <dgm:constr type="r" for="ch" forName="ParentAccent2" refType="w" fact="0.0813"/>
                  <dgm:constr type="t" for="ch" forName="ParentAccent2" refType="h" fact="0.4506"/>
                  <dgm:constr type="w" for="ch" forName="ParentAccent2" refType="w" fact="0.0287"/>
                  <dgm:constr type="h" for="ch" forName="ParentAccent2" refType="h" fact="0.0988"/>
                  <dgm:constr type="r" for="ch" forName="ParentAccent3" refType="w" fact="0.1339"/>
                  <dgm:constr type="t" for="ch" forName="ParentAccent3" refType="h" fact="0.4506"/>
                  <dgm:constr type="w" for="ch" forName="ParentAccent3" refType="w" fact="0.0287"/>
                  <dgm:constr type="h" for="ch" forName="ParentAccent3" refType="h" fact="0.0988"/>
                  <dgm:constr type="r" for="ch" forName="ParentAccent4" refType="w" fact="0.1864"/>
                  <dgm:constr type="t" for="ch" forName="ParentAccent4" refType="h" fact="0.4506"/>
                  <dgm:constr type="w" for="ch" forName="ParentAccent4" refType="w" fact="0.0287"/>
                  <dgm:constr type="h" for="ch" forName="ParentAccent4" refType="h" fact="0.0988"/>
                  <dgm:constr type="r" for="ch" forName="ParentAccent5" refType="w" fact="0.239"/>
                  <dgm:constr type="t" for="ch" forName="ParentAccent5" refType="h" fact="0.4506"/>
                  <dgm:constr type="w" for="ch" forName="ParentAccent5" refType="w" fact="0.0287"/>
                  <dgm:constr type="h" for="ch" forName="ParentAccent5" refType="h" fact="0.0988"/>
                  <dgm:constr type="r" for="ch" forName="ParentAccent6" refType="w" fact="0.3203"/>
                  <dgm:constr type="t" for="ch" forName="ParentAccent6" refType="h" fact="0.4012"/>
                  <dgm:constr type="w" for="ch" forName="ParentAccent6" refType="w" fact="0.0574"/>
                  <dgm:constr type="h" for="ch" forName="ParentAccent6" refType="h" fact="0.1976"/>
                  <dgm:constr type="r" for="ch" forName="ParentAccent7" refType="w" fact="0.0755"/>
                  <dgm:constr type="t" for="ch" forName="ParentAccent7" refType="h" fact="0.2465"/>
                  <dgm:constr type="w" for="ch" forName="ParentAccent7" refType="w" fact="0.0287"/>
                  <dgm:constr type="h" for="ch" forName="ParentAccent7" refType="h" fact="0.0988"/>
                  <dgm:constr type="r" for="ch" forName="ParentAccent8" refType="w" fact="0.0755"/>
                  <dgm:constr type="t" for="ch" forName="ParentAccent8" refType="h" fact="0.6562"/>
                  <dgm:constr type="w" for="ch" forName="ParentAccent8" refType="w" fact="0.0287"/>
                  <dgm:constr type="h" for="ch" forName="ParentAccent8" refType="h" fact="0.0988"/>
                  <dgm:constr type="r" for="ch" forName="ParentAccent9" refType="w" fact="0.0499"/>
                  <dgm:constr type="t" for="ch" forName="ParentAccent9" refType="h" fact="0.3353"/>
                  <dgm:constr type="w" for="ch" forName="ParentAccent9" refType="w" fact="0.0287"/>
                  <dgm:constr type="h" for="ch" forName="ParentAccent9" refType="h" fact="0.0988"/>
                  <dgm:constr type="r" for="ch" forName="ParentAccent10" refType="w" fact="0.0482"/>
                  <dgm:constr type="t" for="ch" forName="ParentAccent10" refType="h" fact="0.5679"/>
                  <dgm:constr type="w" for="ch" forName="ParentAccent10" refType="w" fact="0.0287"/>
                  <dgm:constr type="h" for="ch" forName="ParentAccent10" refType="h" fact="0.0988"/>
                  <dgm:constr type="r" for="ch" forName="Child1" refType="w"/>
                  <dgm:constr type="t" for="ch" forName="Child1" refType="h" fact="0.1978"/>
                  <dgm:constr type="w" for="ch" forName="Child1" refType="w" fact="0.2544"/>
                  <dgm:constr type="h" for="ch" forName="Child1" refType="h" fact="0.2541"/>
                  <dgm:constr type="r" for="ch" forName="Parent" refType="w" fact="0.6347"/>
                  <dgm:constr type="t" for="ch" forName="Parent" refType="h" fact="0"/>
                  <dgm:constr type="w" for="ch" forName="Parent" refType="w" fact="0.2906"/>
                  <dgm:constr type="h" for="ch" forName="Parent" refType="h"/>
                </dgm:constrLst>
              </dgm:if>
              <dgm:if name="Name17" axis="ch" ptType="node" func="cnt" op="equ" val="2">
                <dgm:alg type="composite">
                  <dgm:param type="ar" val="2.1185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2" refType="primFontSz" refFor="des" refForName="Child1" op="equ"/>
                  <dgm:constr type="r" for="ch" forName="Child1Accent1" refType="w" fact="0.6564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r" for="ch" forName="Child1Accent2" refType="w" fact="0.6932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r" for="ch" forName="Child1Accent3" refType="w" fact="0.754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r" for="ch" forName="Child1Accent4" refType="w" fact="0.8158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r" for="ch" forName="Child1Accent5" refType="w" fact="0.8771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r" for="ch" forName="Child1Accent6" refType="w" fact="0.938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r" for="ch" forName="Child1Accent7" refType="w" fact="0.9998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Child2Accent1" refType="w" fact="0.6564"/>
                  <dgm:constr type="t" for="ch" forName="Child2Accent1" refType="h" fact="0.8153"/>
                  <dgm:constr type="w" for="ch" forName="Child2Accent1" refType="w" fact="0.0574"/>
                  <dgm:constr type="h" for="ch" forName="Child2Accent1" refType="h" fact="0.1217"/>
                  <dgm:constr type="r" for="ch" forName="Child2Accent2" refType="w" fact="0.6932"/>
                  <dgm:constr type="t" for="ch" forName="Child2Accent2" refType="h" fact="0.9392"/>
                  <dgm:constr type="w" for="ch" forName="Child2Accent2" refType="w" fact="0.0287"/>
                  <dgm:constr type="h" for="ch" forName="Child2Accent2" refType="h" fact="0.0608"/>
                  <dgm:constr type="r" for="ch" forName="Child2Accent3" refType="w" fact="0.7545"/>
                  <dgm:constr type="t" for="ch" forName="Child2Accent3" refType="h" fact="0.9392"/>
                  <dgm:constr type="w" for="ch" forName="Child2Accent3" refType="w" fact="0.0287"/>
                  <dgm:constr type="h" for="ch" forName="Child2Accent3" refType="h" fact="0.0608"/>
                  <dgm:constr type="r" for="ch" forName="Child2Accent4" refType="w" fact="0.8158"/>
                  <dgm:constr type="t" for="ch" forName="Child2Accent4" refType="h" fact="0.9392"/>
                  <dgm:constr type="w" for="ch" forName="Child2Accent4" refType="w" fact="0.0287"/>
                  <dgm:constr type="h" for="ch" forName="Child2Accent4" refType="h" fact="0.0608"/>
                  <dgm:constr type="r" for="ch" forName="Child2Accent5" refType="w" fact="0.8771"/>
                  <dgm:constr type="t" for="ch" forName="Child2Accent5" refType="h" fact="0.9392"/>
                  <dgm:constr type="w" for="ch" forName="Child2Accent5" refType="w" fact="0.0287"/>
                  <dgm:constr type="h" for="ch" forName="Child2Accent5" refType="h" fact="0.0608"/>
                  <dgm:constr type="r" for="ch" forName="Child2Accent6" refType="w" fact="0.9385"/>
                  <dgm:constr type="t" for="ch" forName="Child2Accent6" refType="h" fact="0.9392"/>
                  <dgm:constr type="w" for="ch" forName="Child2Accent6" refType="w" fact="0.0287"/>
                  <dgm:constr type="h" for="ch" forName="Child2Accent6" refType="h" fact="0.0608"/>
                  <dgm:constr type="r" for="ch" forName="Child2Accent7" refType="w" fact="0.9998"/>
                  <dgm:constr type="t" for="ch" forName="Child2Accent7" refType="h" fact="0.9392"/>
                  <dgm:constr type="w" for="ch" forName="Child2Accent7" refType="w" fact="0.0287"/>
                  <dgm:constr type="h" for="ch" forName="Child2Accent7" refType="h" fact="0.0608"/>
                  <dgm:constr type="r" for="ch" forName="ParentAccent1" refType="w" fact="0.0287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r" for="ch" forName="ParentAccent2" refType="w" fact="0.0813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r" for="ch" forName="ParentAccent3" refType="w" fact="0.1339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r" for="ch" forName="ParentAccent4" refType="w" fact="0.1864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r" for="ch" forName="ParentAccent5" refType="w" fact="0.239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r" for="ch" forName="ParentAccent6" refType="w" fact="0.3203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r" for="ch" forName="ParentAccent7" refType="w" fact="0.075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r" for="ch" forName="ParentAccent8" refType="w" fact="0.075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r" for="ch" forName="ParentAccent9" refType="w" fact="0.0499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r" for="ch" forName="ParentAccent10" refType="w" fact="0.0482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r" for="ch" forName="Child2" refType="w"/>
                  <dgm:constr type="t" for="ch" forName="Child2" refType="h" fact="0.7822"/>
                  <dgm:constr type="w" for="ch" forName="Child2" refType="w" fact="0.3364"/>
                  <dgm:constr type="h" for="ch" forName="Child2" refType="h" fact="0.1564"/>
                  <dgm:constr type="r" for="ch" forName="Child1" refType="w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r" for="ch" forName="Parent" refType="w" fact="0.6347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8" axis="ch" ptType="node" func="cnt" op="equ" val="3">
                <dgm:alg type="composite">
                  <dgm:param type="ar" val="2.1185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3" refType="primFontSz" refFor="des" refForName="Parent" op="lte"/>
                  <dgm:constr type="primFontSz" for="des" forName="Child2" refType="primFontSz" refFor="des" refForName="Child1" op="equ"/>
                  <dgm:constr type="primFontSz" for="des" forName="Child3" refType="primFontSz" refFor="des" refForName="Child1" op="equ"/>
                  <dgm:constr type="r" for="ch" forName="Child1Accent1" refType="w" fact="0.6564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r" for="ch" forName="Child1Accent2" refType="w" fact="0.6932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r" for="ch" forName="Child1Accent3" refType="w" fact="0.754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r" for="ch" forName="Child1Accent4" refType="w" fact="0.8158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r" for="ch" forName="Child1Accent5" refType="w" fact="0.8771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r" for="ch" forName="Child1Accent6" refType="w" fact="0.938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r" for="ch" forName="Child1Accent7" refType="w" fact="0.9998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r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r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Child2Accent1" refType="w" fact="0.716"/>
                  <dgm:constr type="t" for="ch" forName="Child2Accent1" refType="h" fact="0.5207"/>
                  <dgm:constr type="w" for="ch" forName="Child2Accent1" refType="w" fact="0.0574"/>
                  <dgm:constr type="h" for="ch" forName="Child2Accent1" refType="h" fact="0.1217"/>
                  <dgm:constr type="r" for="ch" forName="Child2Accent2" refType="w" fact="0.7728"/>
                  <dgm:constr type="t" for="ch" forName="Child2Accent2" refType="h" fact="0.5511"/>
                  <dgm:constr type="w" for="ch" forName="Child2Accent2" refType="w" fact="0.0287"/>
                  <dgm:constr type="h" for="ch" forName="Child2Accent2" refType="h" fact="0.0608"/>
                  <dgm:constr type="r" for="ch" forName="Child2Accent3" refType="w" fact="0.8295"/>
                  <dgm:constr type="t" for="ch" forName="Child2Accent3" refType="h" fact="0.5511"/>
                  <dgm:constr type="w" for="ch" forName="Child2Accent3" refType="w" fact="0.0287"/>
                  <dgm:constr type="h" for="ch" forName="Child2Accent3" refType="h" fact="0.0608"/>
                  <dgm:constr type="r" for="ch" forName="Child2Accent4" refType="w" fact="0.8863"/>
                  <dgm:constr type="t" for="ch" forName="Child2Accent4" refType="h" fact="0.5511"/>
                  <dgm:constr type="w" for="ch" forName="Child2Accent4" refType="w" fact="0.0287"/>
                  <dgm:constr type="h" for="ch" forName="Child2Accent4" refType="h" fact="0.0608"/>
                  <dgm:constr type="r" for="ch" forName="Child2Accent5" refType="w" fact="0.943"/>
                  <dgm:constr type="t" for="ch" forName="Child2Accent5" refType="h" fact="0.5511"/>
                  <dgm:constr type="w" for="ch" forName="Child2Accent5" refType="w" fact="0.0287"/>
                  <dgm:constr type="h" for="ch" forName="Child2Accent5" refType="h" fact="0.0608"/>
                  <dgm:constr type="r" for="ch" forName="Child2Accent6" refType="w" fact="0.9998"/>
                  <dgm:constr type="t" for="ch" forName="Child2Accent6" refType="h" fact="0.5511"/>
                  <dgm:constr type="w" for="ch" forName="Child2Accent6" refType="w" fact="0.0287"/>
                  <dgm:constr type="h" for="ch" forName="Child2Accent6" refType="h" fact="0.0608"/>
                  <dgm:constr type="r" for="ch" forName="Child2Accent7" refType="w" fact="0"/>
                  <dgm:constr type="t" for="ch" forName="Child2Accent7" refType="h" fact="0"/>
                  <dgm:constr type="w" for="ch" forName="Child2Accent7" refType="w" fact="0"/>
                  <dgm:constr type="h" for="ch" forName="Child2Accent7" refType="h" fact="0"/>
                  <dgm:constr type="r" for="ch" forName="Child3Accent1" refType="w" fact="0.6564"/>
                  <dgm:constr type="t" for="ch" forName="Child3Accent1" refType="h" fact="0.8153"/>
                  <dgm:constr type="w" for="ch" forName="Child3Accent1" refType="w" fact="0.0574"/>
                  <dgm:constr type="h" for="ch" forName="Child3Accent1" refType="h" fact="0.1217"/>
                  <dgm:constr type="r" for="ch" forName="Child3Accent2" refType="w" fact="0.6932"/>
                  <dgm:constr type="t" for="ch" forName="Child3Accent2" refType="h" fact="0.9392"/>
                  <dgm:constr type="w" for="ch" forName="Child3Accent2" refType="w" fact="0.0287"/>
                  <dgm:constr type="h" for="ch" forName="Child3Accent2" refType="h" fact="0.0608"/>
                  <dgm:constr type="r" for="ch" forName="Child3Accent3" refType="w" fact="0.7545"/>
                  <dgm:constr type="t" for="ch" forName="Child3Accent3" refType="h" fact="0.9392"/>
                  <dgm:constr type="w" for="ch" forName="Child3Accent3" refType="w" fact="0.0287"/>
                  <dgm:constr type="h" for="ch" forName="Child3Accent3" refType="h" fact="0.0608"/>
                  <dgm:constr type="r" for="ch" forName="Child3Accent4" refType="w" fact="0.8158"/>
                  <dgm:constr type="t" for="ch" forName="Child3Accent4" refType="h" fact="0.9392"/>
                  <dgm:constr type="w" for="ch" forName="Child3Accent4" refType="w" fact="0.0287"/>
                  <dgm:constr type="h" for="ch" forName="Child3Accent4" refType="h" fact="0.0608"/>
                  <dgm:constr type="r" for="ch" forName="Child3Accent5" refType="w" fact="0.8771"/>
                  <dgm:constr type="t" for="ch" forName="Child3Accent5" refType="h" fact="0.9392"/>
                  <dgm:constr type="w" for="ch" forName="Child3Accent5" refType="w" fact="0.0287"/>
                  <dgm:constr type="h" for="ch" forName="Child3Accent5" refType="h" fact="0.0608"/>
                  <dgm:constr type="r" for="ch" forName="Child3Accent6" refType="w" fact="0.9385"/>
                  <dgm:constr type="t" for="ch" forName="Child3Accent6" refType="h" fact="0.9392"/>
                  <dgm:constr type="w" for="ch" forName="Child3Accent6" refType="w" fact="0.0287"/>
                  <dgm:constr type="h" for="ch" forName="Child3Accent6" refType="h" fact="0.0608"/>
                  <dgm:constr type="r" for="ch" forName="Child3Accent7" refType="w" fact="0.9998"/>
                  <dgm:constr type="t" for="ch" forName="Child3Accent7" refType="h" fact="0.9392"/>
                  <dgm:constr type="w" for="ch" forName="Child3Accent7" refType="w" fact="0.0287"/>
                  <dgm:constr type="h" for="ch" forName="Child3Accent7" refType="h" fact="0.0608"/>
                  <dgm:constr type="r" for="ch" forName="ParentAccent1" refType="w" fact="0.0287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r" for="ch" forName="ParentAccent2" refType="w" fact="0.0813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r" for="ch" forName="ParentAccent3" refType="w" fact="0.1339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r" for="ch" forName="ParentAccent4" refType="w" fact="0.1864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r" for="ch" forName="ParentAccent5" refType="w" fact="0.239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r" for="ch" forName="ParentAccent6" refType="w" fact="0.3203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r" for="ch" forName="ParentAccent7" refType="w" fact="0.075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r" for="ch" forName="ParentAccent8" refType="w" fact="0.075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r" for="ch" forName="ParentAccent9" refType="w" fact="0.0499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r" for="ch" forName="ParentAccent10" refType="w" fact="0.0482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r" for="ch" forName="Child3" refType="w"/>
                  <dgm:constr type="t" for="ch" forName="Child3" refType="h" fact="0.7822"/>
                  <dgm:constr type="w" for="ch" forName="Child3" refType="w" fact="0.3364"/>
                  <dgm:constr type="h" for="ch" forName="Child3" refType="h" fact="0.1564"/>
                  <dgm:constr type="r" for="ch" forName="Child2" refType="w"/>
                  <dgm:constr type="t" for="ch" forName="Child2" refType="h" fact="0.3955"/>
                  <dgm:constr type="w" for="ch" forName="Child2" refType="w" fact="0.2544"/>
                  <dgm:constr type="h" for="ch" forName="Child2" refType="h" fact="0.1564"/>
                  <dgm:constr type="r" for="ch" forName="Child1" refType="w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r" for="ch" forName="Parent" refType="w" fact="0.6347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9" axis="ch" ptType="node" func="cnt" op="equ" val="4">
                <dgm:alg type="composite">
                  <dgm:param type="ar" val="1.8304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3" refType="primFontSz" refFor="des" refForName="Parent" op="lte"/>
                  <dgm:constr type="primFontSz" for="des" forName="Child4" refType="primFontSz" refFor="des" refForName="Parent" op="lte"/>
                  <dgm:constr type="primFontSz" for="des" forName="Child2" refType="primFontSz" refFor="des" refForName="Child1" op="equ"/>
                  <dgm:constr type="primFontSz" for="des" forName="Child3" refType="primFontSz" refFor="des" refForName="Child1" op="equ"/>
                  <dgm:constr type="primFontSz" for="des" forName="Child4" refType="primFontSz" refFor="des" refForName="Child1" op="equ"/>
                  <dgm:constr type="r" for="ch" forName="Parent" refType="w" fact="0.6229"/>
                  <dgm:constr type="t" for="ch" forName="Parent" refType="h" fact="0.2946"/>
                  <dgm:constr type="w" for="ch" forName="Parent" refType="w" fact="0.2862"/>
                  <dgm:constr type="h" for="ch" forName="Parent" refType="h" fact="0.5239"/>
                  <dgm:constr type="r" for="ch" forName="Child1Accent1" refType="w" fact="0.6096"/>
                  <dgm:constr type="t" for="ch" forName="Child1Accent1" refType="h" fact="0.2104"/>
                  <dgm:constr type="w" for="ch" forName="Child1Accent1" refType="w" fact="0.0566"/>
                  <dgm:constr type="h" for="ch" forName="Child1Accent1" refType="h" fact="0.1035"/>
                  <dgm:constr type="r" for="ch" forName="Child1Accent3" refType="w" fact="0.6999"/>
                  <dgm:constr type="t" for="ch" forName="Child1Accent3" refType="h" fact="0.128"/>
                  <dgm:constr type="w" for="ch" forName="Child1Accent3" refType="w" fact="0.0283"/>
                  <dgm:constr type="h" for="ch" forName="Child1Accent3" refType="h" fact="0.0518"/>
                  <dgm:constr type="r" for="ch" forName="Child1Accent4" refType="w" fact="0.7582"/>
                  <dgm:constr type="t" for="ch" forName="Child1Accent4" refType="h" fact="0.128"/>
                  <dgm:constr type="w" for="ch" forName="Child1Accent4" refType="w" fact="0.0283"/>
                  <dgm:constr type="h" for="ch" forName="Child1Accent4" refType="h" fact="0.0518"/>
                  <dgm:constr type="r" for="ch" forName="Child1Accent5" refType="w" fact="0.8165"/>
                  <dgm:constr type="t" for="ch" forName="Child1Accent5" refType="h" fact="0.128"/>
                  <dgm:constr type="w" for="ch" forName="Child1Accent5" refType="w" fact="0.0283"/>
                  <dgm:constr type="h" for="ch" forName="Child1Accent5" refType="h" fact="0.0518"/>
                  <dgm:constr type="r" for="ch" forName="Child1Accent6" refType="w" fact="0.8748"/>
                  <dgm:constr type="t" for="ch" forName="Child1Accent6" refType="h" fact="0.128"/>
                  <dgm:constr type="w" for="ch" forName="Child1Accent6" refType="w" fact="0.0283"/>
                  <dgm:constr type="h" for="ch" forName="Child1Accent6" refType="h" fact="0.0518"/>
                  <dgm:constr type="r" for="ch" forName="Child3Accent1" refType="w" fact="0.6842"/>
                  <dgm:constr type="t" for="ch" forName="Child3Accent1" refType="h" fact="0.6212"/>
                  <dgm:constr type="w" for="ch" forName="Child3Accent1" refType="w" fact="0.0566"/>
                  <dgm:constr type="h" for="ch" forName="Child3Accent1" refType="h" fact="0.1035"/>
                  <dgm:constr type="r" for="ch" forName="Child3Accent2" refType="w" fact="0.7311"/>
                  <dgm:constr type="t" for="ch" forName="Child3Accent2" refType="h" fact="0.6828"/>
                  <dgm:constr type="w" for="ch" forName="Child3Accent2" refType="w" fact="0.0283"/>
                  <dgm:constr type="h" for="ch" forName="Child3Accent2" refType="h" fact="0.0518"/>
                  <dgm:constr type="r" for="ch" forName="Child3Accent4" refType="w" fact="0.8386"/>
                  <dgm:constr type="t" for="ch" forName="Child3Accent4" refType="h" fact="0.6828"/>
                  <dgm:constr type="w" for="ch" forName="Child3Accent4" refType="w" fact="0.0283"/>
                  <dgm:constr type="h" for="ch" forName="Child3Accent4" refType="h" fact="0.0518"/>
                  <dgm:constr type="r" for="ch" forName="Child3Accent5" refType="w" fact="0.8923"/>
                  <dgm:constr type="t" for="ch" forName="Child3Accent5" refType="h" fact="0.6828"/>
                  <dgm:constr type="w" for="ch" forName="Child3Accent5" refType="w" fact="0.0283"/>
                  <dgm:constr type="h" for="ch" forName="Child3Accent5" refType="h" fact="0.0518"/>
                  <dgm:constr type="r" for="ch" forName="Child1Accent7" refType="w" fact="0.9332"/>
                  <dgm:constr type="t" for="ch" forName="Child1Accent7" refType="h" fact="0.128"/>
                  <dgm:constr type="w" for="ch" forName="Child1Accent7" refType="w" fact="0.0283"/>
                  <dgm:constr type="h" for="ch" forName="Child1Accent7" refType="h" fact="0.0518"/>
                  <dgm:constr type="r" for="ch" forName="Child3Accent6" refType="w" fact="0.9461"/>
                  <dgm:constr type="t" for="ch" forName="Child3Accent6" refType="h" fact="0.6828"/>
                  <dgm:constr type="w" for="ch" forName="Child3Accent6" refType="w" fact="0.0283"/>
                  <dgm:constr type="h" for="ch" forName="Child3Accent6" refType="h" fact="0.0518"/>
                  <dgm:constr type="r" for="ch" forName="Child1Accent8" refType="w" fact="0.9915"/>
                  <dgm:constr type="t" for="ch" forName="Child1Accent8" refType="h" fact="0.128"/>
                  <dgm:constr type="w" for="ch" forName="Child1Accent8" refType="w" fact="0.0283"/>
                  <dgm:constr type="h" for="ch" forName="Child1Accent8" refType="h" fact="0.0518"/>
                  <dgm:constr type="r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Child3Accent7" refType="w" fact="0.9998"/>
                  <dgm:constr type="t" for="ch" forName="Child3Accent7" refType="h" fact="0.6828"/>
                  <dgm:constr type="w" for="ch" forName="Child3Accent7" refType="w" fact="0.0283"/>
                  <dgm:constr type="h" for="ch" forName="Child3Accent7" refType="h" fact="0.0518"/>
                  <dgm:constr type="r" for="ch" forName="Child4Accent1" refType="w" fact="0.6096"/>
                  <dgm:constr type="t" for="ch" forName="Child4Accent1" refType="h" fact="0.8"/>
                  <dgm:constr type="w" for="ch" forName="Child4Accent1" refType="w" fact="0.0566"/>
                  <dgm:constr type="h" for="ch" forName="Child4Accent1" refType="h" fact="0.1035"/>
                  <dgm:constr type="r" for="ch" forName="Child4Accent3" refType="w" fact="0.7002"/>
                  <dgm:constr type="t" for="ch" forName="Child4Accent3" refType="h" fact="0.9482"/>
                  <dgm:constr type="w" for="ch" forName="Child4Accent3" refType="w" fact="0.0283"/>
                  <dgm:constr type="h" for="ch" forName="Child4Accent3" refType="h" fact="0.0518"/>
                  <dgm:constr type="r" for="ch" forName="Child4Accent4" refType="w" fact="0.7585"/>
                  <dgm:constr type="t" for="ch" forName="Child4Accent4" refType="h" fact="0.9482"/>
                  <dgm:constr type="w" for="ch" forName="Child4Accent4" refType="w" fact="0.0283"/>
                  <dgm:constr type="h" for="ch" forName="Child4Accent4" refType="h" fact="0.0518"/>
                  <dgm:constr type="r" for="ch" forName="Child4Accent5" refType="w" fact="0.8167"/>
                  <dgm:constr type="t" for="ch" forName="Child4Accent5" refType="h" fact="0.9482"/>
                  <dgm:constr type="w" for="ch" forName="Child4Accent5" refType="w" fact="0.0283"/>
                  <dgm:constr type="h" for="ch" forName="Child4Accent5" refType="h" fact="0.0518"/>
                  <dgm:constr type="r" for="ch" forName="Child4Accent6" refType="w" fact="0.8749"/>
                  <dgm:constr type="t" for="ch" forName="Child4Accent6" refType="h" fact="0.9482"/>
                  <dgm:constr type="w" for="ch" forName="Child4Accent6" refType="w" fact="0.0283"/>
                  <dgm:constr type="h" for="ch" forName="Child4Accent6" refType="h" fact="0.0518"/>
                  <dgm:constr type="r" for="ch" forName="Child4Accent7" refType="w" fact="0.9332"/>
                  <dgm:constr type="t" for="ch" forName="Child4Accent7" refType="h" fact="0.9482"/>
                  <dgm:constr type="w" for="ch" forName="Child4Accent7" refType="w" fact="0.0283"/>
                  <dgm:constr type="h" for="ch" forName="Child4Accent7" refType="h" fact="0.0518"/>
                  <dgm:constr type="r" for="ch" forName="Child4Accent8" refType="w" fact="0.9914"/>
                  <dgm:constr type="t" for="ch" forName="Child4Accent8" refType="h" fact="0.9482"/>
                  <dgm:constr type="w" for="ch" forName="Child4Accent8" refType="w" fact="0.0283"/>
                  <dgm:constr type="h" for="ch" forName="Child4Accent8" refType="h" fact="0.0518"/>
                  <dgm:constr type="r" for="ch" forName="Child2Accent1" refType="w" fact="0.6842"/>
                  <dgm:constr type="t" for="ch" forName="Child2Accent1" refType="h" fact="0.3725"/>
                  <dgm:constr type="w" for="ch" forName="Child2Accent1" refType="w" fact="0.0566"/>
                  <dgm:constr type="h" for="ch" forName="Child2Accent1" refType="h" fact="0.1035"/>
                  <dgm:constr type="r" for="ch" forName="Child4Accent2" refType="w" fact="0.642"/>
                  <dgm:constr type="t" for="ch" forName="Child4Accent2" refType="h" fact="0.8993"/>
                  <dgm:constr type="w" for="ch" forName="Child4Accent2" refType="w" fact="0.0283"/>
                  <dgm:constr type="h" for="ch" forName="Child4Accent2" refType="h" fact="0.0518"/>
                  <dgm:constr type="r" for="ch" forName="Child1Accent2" refType="w" fact="0.6415"/>
                  <dgm:constr type="t" for="ch" forName="Child1Accent2" refType="h" fact="0.162"/>
                  <dgm:constr type="w" for="ch" forName="Child1Accent2" refType="w" fact="0.0283"/>
                  <dgm:constr type="h" for="ch" forName="Child1Accent2" refType="h" fact="0.0518"/>
                  <dgm:constr type="r" for="ch" forName="Child3Accent3" refType="w" fact="0.7849"/>
                  <dgm:constr type="t" for="ch" forName="Child3Accent3" refType="h" fact="0.6828"/>
                  <dgm:constr type="w" for="ch" forName="Child3Accent3" refType="w" fact="0.0283"/>
                  <dgm:constr type="h" for="ch" forName="Child3Accent3" refType="h" fact="0.0518"/>
                  <dgm:constr type="r" for="ch" forName="Child2Accent2" refType="w" fact="0.7311"/>
                  <dgm:constr type="t" for="ch" forName="Child2Accent2" refType="h" fact="0.3937"/>
                  <dgm:constr type="w" for="ch" forName="Child2Accent2" refType="w" fact="0.0283"/>
                  <dgm:constr type="h" for="ch" forName="Child2Accent2" refType="h" fact="0.0518"/>
                  <dgm:constr type="r" for="ch" forName="Child2Accent4" refType="w" fact="0.8386"/>
                  <dgm:constr type="t" for="ch" forName="Child2Accent4" refType="h" fact="0.3937"/>
                  <dgm:constr type="w" for="ch" forName="Child2Accent4" refType="w" fact="0.0283"/>
                  <dgm:constr type="h" for="ch" forName="Child2Accent4" refType="h" fact="0.0518"/>
                  <dgm:constr type="r" for="ch" forName="Child2Accent5" refType="w" fact="0.8923"/>
                  <dgm:constr type="t" for="ch" forName="Child2Accent5" refType="h" fact="0.3937"/>
                  <dgm:constr type="w" for="ch" forName="Child2Accent5" refType="w" fact="0.0283"/>
                  <dgm:constr type="h" for="ch" forName="Child2Accent5" refType="h" fact="0.0518"/>
                  <dgm:constr type="r" for="ch" forName="Child2Accent6" refType="w" fact="0.9461"/>
                  <dgm:constr type="t" for="ch" forName="Child2Accent6" refType="h" fact="0.3937"/>
                  <dgm:constr type="w" for="ch" forName="Child2Accent6" refType="w" fact="0.0283"/>
                  <dgm:constr type="h" for="ch" forName="Child2Accent6" refType="h" fact="0.0518"/>
                  <dgm:constr type="r" for="ch" forName="Child2Accent7" refType="w" fact="0.9998"/>
                  <dgm:constr type="t" for="ch" forName="Child2Accent7" refType="h" fact="0.3937"/>
                  <dgm:constr type="w" for="ch" forName="Child2Accent7" refType="w" fact="0.0283"/>
                  <dgm:constr type="h" for="ch" forName="Child2Accent7" refType="h" fact="0.0518"/>
                  <dgm:constr type="r" for="ch" forName="Child2Accent3" refType="w" fact="0.7849"/>
                  <dgm:constr type="t" for="ch" forName="Child2Accent3" refType="h" fact="0.3937"/>
                  <dgm:constr type="w" for="ch" forName="Child2Accent3" refType="w" fact="0.0283"/>
                  <dgm:constr type="h" for="ch" forName="Child2Accent3" refType="h" fact="0.0518"/>
                  <dgm:constr type="r" for="ch" forName="ParentAccent1" refType="w" fact="0.0283"/>
                  <dgm:constr type="t" for="ch" forName="ParentAccent1" refType="h" fact="0.5316"/>
                  <dgm:constr type="w" for="ch" forName="ParentAccent1" refType="w" fact="0.0283"/>
                  <dgm:constr type="h" for="ch" forName="ParentAccent1" refType="h" fact="0.0518"/>
                  <dgm:constr type="r" for="ch" forName="ParentAccent2" refType="w" fact="0.0801"/>
                  <dgm:constr type="t" for="ch" forName="ParentAccent2" refType="h" fact="0.5316"/>
                  <dgm:constr type="w" for="ch" forName="ParentAccent2" refType="w" fact="0.0283"/>
                  <dgm:constr type="h" for="ch" forName="ParentAccent2" refType="h" fact="0.0518"/>
                  <dgm:constr type="r" for="ch" forName="ParentAccent3" refType="w" fact="0.1318"/>
                  <dgm:constr type="t" for="ch" forName="ParentAccent3" refType="h" fact="0.5316"/>
                  <dgm:constr type="w" for="ch" forName="ParentAccent3" refType="w" fact="0.0283"/>
                  <dgm:constr type="h" for="ch" forName="ParentAccent3" refType="h" fact="0.0518"/>
                  <dgm:constr type="r" for="ch" forName="ParentAccent4" refType="w" fact="0.1836"/>
                  <dgm:constr type="t" for="ch" forName="ParentAccent4" refType="h" fact="0.5316"/>
                  <dgm:constr type="w" for="ch" forName="ParentAccent4" refType="w" fact="0.0283"/>
                  <dgm:constr type="h" for="ch" forName="ParentAccent4" refType="h" fact="0.0518"/>
                  <dgm:constr type="r" for="ch" forName="ParentAccent5" refType="w" fact="0.2354"/>
                  <dgm:constr type="t" for="ch" forName="ParentAccent5" refType="h" fact="0.5316"/>
                  <dgm:constr type="w" for="ch" forName="ParentAccent5" refType="w" fact="0.0283"/>
                  <dgm:constr type="h" for="ch" forName="ParentAccent5" refType="h" fact="0.0518"/>
                  <dgm:constr type="r" for="ch" forName="ParentAccent6" refType="w" fact="0.3154"/>
                  <dgm:constr type="t" for="ch" forName="ParentAccent6" refType="h" fact="0.5057"/>
                  <dgm:constr type="w" for="ch" forName="ParentAccent6" refType="w" fact="0.0566"/>
                  <dgm:constr type="h" for="ch" forName="ParentAccent6" refType="h" fact="0.1035"/>
                  <dgm:constr type="r" for="ch" forName="ParentAccent7" refType="w" fact="0.0744"/>
                  <dgm:constr type="t" for="ch" forName="ParentAccent7" refType="h" fact="0.4247"/>
                  <dgm:constr type="w" for="ch" forName="ParentAccent7" refType="w" fact="0.0283"/>
                  <dgm:constr type="h" for="ch" forName="ParentAccent7" refType="h" fact="0.0518"/>
                  <dgm:constr type="r" for="ch" forName="ParentAccent8" refType="w" fact="0.0744"/>
                  <dgm:constr type="t" for="ch" forName="ParentAccent8" refType="h" fact="0.6392"/>
                  <dgm:constr type="w" for="ch" forName="ParentAccent8" refType="w" fact="0.0283"/>
                  <dgm:constr type="h" for="ch" forName="ParentAccent8" refType="h" fact="0.0518"/>
                  <dgm:constr type="r" for="ch" forName="ParentAccent9" refType="w" fact="0.0491"/>
                  <dgm:constr type="t" for="ch" forName="ParentAccent9" refType="h" fact="0.4712"/>
                  <dgm:constr type="w" for="ch" forName="ParentAccent9" refType="w" fact="0.0283"/>
                  <dgm:constr type="h" for="ch" forName="ParentAccent9" refType="h" fact="0.0518"/>
                  <dgm:constr type="r" for="ch" forName="ParentAccent10" refType="w" fact="0.0475"/>
                  <dgm:constr type="t" for="ch" forName="ParentAccent10" refType="h" fact="0.593"/>
                  <dgm:constr type="w" for="ch" forName="ParentAccent10" refType="w" fact="0.0283"/>
                  <dgm:constr type="h" for="ch" forName="ParentAccent10" refType="h" fact="0.0518"/>
                  <dgm:constr type="r" for="ch" forName="Child4" refType="w" fact="0.9919"/>
                  <dgm:constr type="t" for="ch" forName="Child4" refType="h" fact="0.8184"/>
                  <dgm:constr type="w" for="ch" forName="Child4" refType="w" fact="0.3192"/>
                  <dgm:constr type="h" for="ch" forName="Child4" refType="h" fact="0.1294"/>
                  <dgm:constr type="r" for="ch" forName="Child3" refType="w"/>
                  <dgm:constr type="t" for="ch" forName="Child3" refType="h" fact="0.5547"/>
                  <dgm:constr type="w" for="ch" forName="Child3" refType="w" fact="0.297"/>
                  <dgm:constr type="h" for="ch" forName="Child3" refType="h" fact="0.1294"/>
                  <dgm:constr type="r" for="ch" forName="Child2" refType="w"/>
                  <dgm:constr type="t" for="ch" forName="Child2" refType="h" fact="0.2662"/>
                  <dgm:constr type="w" for="ch" forName="Child2" refType="w" fact="0.297"/>
                  <dgm:constr type="h" for="ch" forName="Child2" refType="h" fact="0.1294"/>
                  <dgm:constr type="r" for="ch" forName="Child1" refType="w" fact="0.9919"/>
                  <dgm:constr type="t" for="ch" forName="Child1" refType="h" fact="0"/>
                  <dgm:constr type="w" for="ch" forName="Child1" refType="w" fact="0.3192"/>
                  <dgm:constr type="h" for="ch" forName="Child1" refType="h" fact="0.1294"/>
                </dgm:constrLst>
              </dgm:if>
              <dgm:else name="Name20">
                <dgm:alg type="composite">
                  <dgm:param type="ar" val="1.3278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3" refType="primFontSz" refFor="des" refForName="Parent" op="lte"/>
                  <dgm:constr type="primFontSz" for="des" forName="Child4" refType="primFontSz" refFor="des" refForName="Parent" op="lte"/>
                  <dgm:constr type="primFontSz" for="des" forName="Child5" refType="primFontSz" refFor="des" refForName="Parent" op="lte"/>
                  <dgm:constr type="primFontSz" for="des" forName="Child2" refType="primFontSz" refFor="des" refForName="Child1" op="equ"/>
                  <dgm:constr type="primFontSz" for="des" forName="Child3" refType="primFontSz" refFor="des" refForName="Child1" op="equ"/>
                  <dgm:constr type="primFontSz" for="des" forName="Child4" refType="primFontSz" refFor="des" refForName="Child1" op="equ"/>
                  <dgm:constr type="primFontSz" for="des" forName="Child5" refType="primFontSz" refFor="des" refForName="Child1" op="equ"/>
                  <dgm:constr type="r" for="ch" forName="Child2Accent1" refType="w" fact="0.6564"/>
                  <dgm:constr type="t" for="ch" forName="Child2Accent1" refType="h" fact="0.3184"/>
                  <dgm:constr type="w" for="ch" forName="Child2Accent1" refType="w" fact="0.0574"/>
                  <dgm:constr type="h" for="ch" forName="Child2Accent1" refType="h" fact="0.0763"/>
                  <dgm:constr type="r" for="ch" forName="Child2Accent2" refType="w" fact="0.6932"/>
                  <dgm:constr type="t" for="ch" forName="Child2Accent2" refType="h" fact="0.2781"/>
                  <dgm:constr type="w" for="ch" forName="Child2Accent2" refType="w" fact="0.0287"/>
                  <dgm:constr type="h" for="ch" forName="Child2Accent2" refType="h" fact="0.0381"/>
                  <dgm:constr type="r" for="ch" forName="Child2Accent3" refType="w" fact="0.7545"/>
                  <dgm:constr type="t" for="ch" forName="Child2Accent3" refType="h" fact="0.2781"/>
                  <dgm:constr type="w" for="ch" forName="Child2Accent3" refType="w" fact="0.0287"/>
                  <dgm:constr type="h" for="ch" forName="Child2Accent3" refType="h" fact="0.0381"/>
                  <dgm:constr type="r" for="ch" forName="Child2Accent4" refType="w" fact="0.8158"/>
                  <dgm:constr type="t" for="ch" forName="Child2Accent4" refType="h" fact="0.2781"/>
                  <dgm:constr type="w" for="ch" forName="Child2Accent4" refType="w" fact="0.0287"/>
                  <dgm:constr type="h" for="ch" forName="Child2Accent4" refType="h" fact="0.0381"/>
                  <dgm:constr type="r" for="ch" forName="Child2Accent5" refType="w" fact="0.8771"/>
                  <dgm:constr type="t" for="ch" forName="Child2Accent5" refType="h" fact="0.2781"/>
                  <dgm:constr type="w" for="ch" forName="Child2Accent5" refType="w" fact="0.0287"/>
                  <dgm:constr type="h" for="ch" forName="Child2Accent5" refType="h" fact="0.0381"/>
                  <dgm:constr type="r" for="ch" forName="Child2Accent6" refType="w" fact="0.9385"/>
                  <dgm:constr type="t" for="ch" forName="Child2Accent6" refType="h" fact="0.2781"/>
                  <dgm:constr type="w" for="ch" forName="Child2Accent6" refType="w" fact="0.0287"/>
                  <dgm:constr type="h" for="ch" forName="Child2Accent6" refType="h" fact="0.0381"/>
                  <dgm:constr type="r" for="ch" forName="Child2Accent7" refType="w" fact="0.9998"/>
                  <dgm:constr type="t" for="ch" forName="Child2Accent7" refType="h" fact="0.2781"/>
                  <dgm:constr type="w" for="ch" forName="Child2Accent7" refType="w" fact="0.0287"/>
                  <dgm:constr type="h" for="ch" forName="Child2Accent7" refType="h" fact="0.0381"/>
                  <dgm:constr type="r" for="ch" forName="Child3Accent1" refType="w" fact="0.716"/>
                  <dgm:constr type="t" for="ch" forName="Child3Accent1" refType="h" fact="0.5061"/>
                  <dgm:constr type="w" for="ch" forName="Child3Accent1" refType="w" fact="0.0574"/>
                  <dgm:constr type="h" for="ch" forName="Child3Accent1" refType="h" fact="0.0763"/>
                  <dgm:constr type="r" for="ch" forName="Child3Accent2" refType="w" fact="0.7728"/>
                  <dgm:constr type="t" for="ch" forName="Child3Accent2" refType="h" fact="0.5252"/>
                  <dgm:constr type="w" for="ch" forName="Child3Accent2" refType="w" fact="0.0287"/>
                  <dgm:constr type="h" for="ch" forName="Child3Accent2" refType="h" fact="0.0381"/>
                  <dgm:constr type="r" for="ch" forName="Child3Accent3" refType="w" fact="0.8295"/>
                  <dgm:constr type="t" for="ch" forName="Child3Accent3" refType="h" fact="0.5252"/>
                  <dgm:constr type="w" for="ch" forName="Child3Accent3" refType="w" fact="0.0287"/>
                  <dgm:constr type="h" for="ch" forName="Child3Accent3" refType="h" fact="0.0381"/>
                  <dgm:constr type="r" for="ch" forName="Child3Accent4" refType="w" fact="0.8863"/>
                  <dgm:constr type="t" for="ch" forName="Child3Accent4" refType="h" fact="0.5252"/>
                  <dgm:constr type="w" for="ch" forName="Child3Accent4" refType="w" fact="0.0287"/>
                  <dgm:constr type="h" for="ch" forName="Child3Accent4" refType="h" fact="0.0381"/>
                  <dgm:constr type="r" for="ch" forName="Child3Accent5" refType="w" fact="0.943"/>
                  <dgm:constr type="t" for="ch" forName="Child3Accent5" refType="h" fact="0.5252"/>
                  <dgm:constr type="w" for="ch" forName="Child3Accent5" refType="w" fact="0.0287"/>
                  <dgm:constr type="h" for="ch" forName="Child3Accent5" refType="h" fact="0.0381"/>
                  <dgm:constr type="r" for="ch" forName="Child3Accent6" refType="w" fact="0.9998"/>
                  <dgm:constr type="t" for="ch" forName="Child3Accent6" refType="h" fact="0.5252"/>
                  <dgm:constr type="w" for="ch" forName="Child3Accent6" refType="w" fact="0.0287"/>
                  <dgm:constr type="h" for="ch" forName="Child3Accent6" refType="h" fact="0.0381"/>
                  <dgm:constr type="r" for="ch" forName="Child3Accent7" refType="w" fact="0"/>
                  <dgm:constr type="t" for="ch" forName="Child3Accent7" refType="h" fact="0"/>
                  <dgm:constr type="w" for="ch" forName="Child3Accent7" refType="w" fact="0"/>
                  <dgm:constr type="h" for="ch" forName="Child3Accent7" refType="h" fact="0"/>
                  <dgm:constr type="r" for="ch" forName="Child4Accent1" refType="w" fact="0.6564"/>
                  <dgm:constr type="t" for="ch" forName="Child4Accent1" refType="h" fact="0.6908"/>
                  <dgm:constr type="w" for="ch" forName="Child4Accent1" refType="w" fact="0.0574"/>
                  <dgm:constr type="h" for="ch" forName="Child4Accent1" refType="h" fact="0.0763"/>
                  <dgm:constr type="r" for="ch" forName="Child4Accent2" refType="w" fact="0.6932"/>
                  <dgm:constr type="t" for="ch" forName="Child4Accent2" refType="h" fact="0.7684"/>
                  <dgm:constr type="w" for="ch" forName="Child4Accent2" refType="w" fact="0.0287"/>
                  <dgm:constr type="h" for="ch" forName="Child4Accent2" refType="h" fact="0.0381"/>
                  <dgm:constr type="r" for="ch" forName="Child4Accent3" refType="w" fact="0.7545"/>
                  <dgm:constr type="t" for="ch" forName="Child4Accent3" refType="h" fact="0.7684"/>
                  <dgm:constr type="w" for="ch" forName="Child4Accent3" refType="w" fact="0.0287"/>
                  <dgm:constr type="h" for="ch" forName="Child4Accent3" refType="h" fact="0.0381"/>
                  <dgm:constr type="r" for="ch" forName="Child4Accent4" refType="w" fact="0.8158"/>
                  <dgm:constr type="t" for="ch" forName="Child4Accent4" refType="h" fact="0.7684"/>
                  <dgm:constr type="w" for="ch" forName="Child4Accent4" refType="w" fact="0.0287"/>
                  <dgm:constr type="h" for="ch" forName="Child4Accent4" refType="h" fact="0.0381"/>
                  <dgm:constr type="r" for="ch" forName="Child4Accent5" refType="w" fact="0.8771"/>
                  <dgm:constr type="t" for="ch" forName="Child4Accent5" refType="h" fact="0.7684"/>
                  <dgm:constr type="w" for="ch" forName="Child4Accent5" refType="w" fact="0.0287"/>
                  <dgm:constr type="h" for="ch" forName="Child4Accent5" refType="h" fact="0.0381"/>
                  <dgm:constr type="r" for="ch" forName="Child4Accent6" refType="w" fact="0.9385"/>
                  <dgm:constr type="t" for="ch" forName="Child4Accent6" refType="h" fact="0.7684"/>
                  <dgm:constr type="w" for="ch" forName="Child4Accent6" refType="w" fact="0.0287"/>
                  <dgm:constr type="h" for="ch" forName="Child4Accent6" refType="h" fact="0.0381"/>
                  <dgm:constr type="r" for="ch" forName="Child4Accent7" refType="w" fact="0.9998"/>
                  <dgm:constr type="t" for="ch" forName="Child4Accent7" refType="h" fact="0.7684"/>
                  <dgm:constr type="w" for="ch" forName="Child4Accent7" refType="w" fact="0.0287"/>
                  <dgm:constr type="h" for="ch" forName="Child4Accent7" refType="h" fact="0.0381"/>
                  <dgm:constr type="r" for="ch" forName="Child4Accent8" refType="w" fact="0"/>
                  <dgm:constr type="t" for="ch" forName="Child4Accent8" refType="h" fact="0"/>
                  <dgm:constr type="w" for="ch" forName="Child4Accent8" refType="w" fact="0"/>
                  <dgm:constr type="h" for="ch" forName="Child4Accent8" refType="h" fact="0"/>
                  <dgm:constr type="r" for="ch" forName="ParentAccent1" refType="w" fact="0.0287"/>
                  <dgm:constr type="t" for="ch" forName="ParentAccent1" refType="h" fact="0.5252"/>
                  <dgm:constr type="w" for="ch" forName="ParentAccent1" refType="w" fact="0.0287"/>
                  <dgm:constr type="h" for="ch" forName="ParentAccent1" refType="h" fact="0.0381"/>
                  <dgm:constr type="r" for="ch" forName="ParentAccent2" refType="w" fact="0.0813"/>
                  <dgm:constr type="t" for="ch" forName="ParentAccent2" refType="h" fact="0.5252"/>
                  <dgm:constr type="w" for="ch" forName="ParentAccent2" refType="w" fact="0.0287"/>
                  <dgm:constr type="h" for="ch" forName="ParentAccent2" refType="h" fact="0.0381"/>
                  <dgm:constr type="r" for="ch" forName="ParentAccent3" refType="w" fact="0.1339"/>
                  <dgm:constr type="t" for="ch" forName="ParentAccent3" refType="h" fact="0.5252"/>
                  <dgm:constr type="w" for="ch" forName="ParentAccent3" refType="w" fact="0.0287"/>
                  <dgm:constr type="h" for="ch" forName="ParentAccent3" refType="h" fact="0.0381"/>
                  <dgm:constr type="r" for="ch" forName="ParentAccent4" refType="w" fact="0.1864"/>
                  <dgm:constr type="t" for="ch" forName="ParentAccent4" refType="h" fact="0.5252"/>
                  <dgm:constr type="w" for="ch" forName="ParentAccent4" refType="w" fact="0.0287"/>
                  <dgm:constr type="h" for="ch" forName="ParentAccent4" refType="h" fact="0.0381"/>
                  <dgm:constr type="r" for="ch" forName="ParentAccent5" refType="w" fact="0.239"/>
                  <dgm:constr type="t" for="ch" forName="ParentAccent5" refType="h" fact="0.5252"/>
                  <dgm:constr type="w" for="ch" forName="ParentAccent5" refType="w" fact="0.0287"/>
                  <dgm:constr type="h" for="ch" forName="ParentAccent5" refType="h" fact="0.0381"/>
                  <dgm:constr type="r" for="ch" forName="ParentAccent6" refType="w" fact="0.3203"/>
                  <dgm:constr type="t" for="ch" forName="ParentAccent6" refType="h" fact="0.5061"/>
                  <dgm:constr type="w" for="ch" forName="ParentAccent6" refType="w" fact="0.0574"/>
                  <dgm:constr type="h" for="ch" forName="ParentAccent6" refType="h" fact="0.0763"/>
                  <dgm:constr type="r" for="ch" forName="ParentAccent7" refType="w" fact="0.0755"/>
                  <dgm:constr type="t" for="ch" forName="ParentAccent7" refType="h" fact="0.4464"/>
                  <dgm:constr type="w" for="ch" forName="ParentAccent7" refType="w" fact="0.0287"/>
                  <dgm:constr type="h" for="ch" forName="ParentAccent7" refType="h" fact="0.0381"/>
                  <dgm:constr type="r" for="ch" forName="ParentAccent8" refType="w" fact="0.0755"/>
                  <dgm:constr type="t" for="ch" forName="ParentAccent8" refType="h" fact="0.6045"/>
                  <dgm:constr type="w" for="ch" forName="ParentAccent8" refType="w" fact="0.0287"/>
                  <dgm:constr type="h" for="ch" forName="ParentAccent8" refType="h" fact="0.0381"/>
                  <dgm:constr type="r" for="ch" forName="ParentAccent9" refType="w" fact="0.0499"/>
                  <dgm:constr type="t" for="ch" forName="ParentAccent9" refType="h" fact="0.4807"/>
                  <dgm:constr type="w" for="ch" forName="ParentAccent9" refType="w" fact="0.0287"/>
                  <dgm:constr type="h" for="ch" forName="ParentAccent9" refType="h" fact="0.0381"/>
                  <dgm:constr type="r" for="ch" forName="ParentAccent10" refType="w" fact="0.0482"/>
                  <dgm:constr type="t" for="ch" forName="ParentAccent10" refType="h" fact="0.5705"/>
                  <dgm:constr type="w" for="ch" forName="ParentAccent10" refType="w" fact="0.0287"/>
                  <dgm:constr type="h" for="ch" forName="ParentAccent10" refType="h" fact="0.0381"/>
                  <dgm:constr type="r" for="ch" forName="Child1Accent1" refType="w" fact="0.5181"/>
                  <dgm:constr type="t" for="ch" forName="Child1Accent1" refType="h" fact="0.2457"/>
                  <dgm:constr type="w" for="ch" forName="Child1Accent1" refType="w" fact="0.0574"/>
                  <dgm:constr type="h" for="ch" forName="Child1Accent1" refType="h" fact="0.0763"/>
                  <dgm:constr type="r" for="ch" forName="Child1Accent2" refType="w" fact="0.5542"/>
                  <dgm:constr type="t" for="ch" forName="Child1Accent2" refType="h" fact="0.2004"/>
                  <dgm:constr type="w" for="ch" forName="Child1Accent2" refType="w" fact="0.0287"/>
                  <dgm:constr type="h" for="ch" forName="Child1Accent2" refType="h" fact="0.0381"/>
                  <dgm:constr type="r" for="ch" forName="Child1Accent3" refType="w" fact="0.5946"/>
                  <dgm:constr type="t" for="ch" forName="Child1Accent3" refType="h" fact="0.1445"/>
                  <dgm:constr type="w" for="ch" forName="Child1Accent3" refType="w" fact="0.0287"/>
                  <dgm:constr type="h" for="ch" forName="Child1Accent3" refType="h" fact="0.0381"/>
                  <dgm:constr type="r" for="ch" forName="Child1Accent4" refType="w" fact="0.6347"/>
                  <dgm:constr type="t" for="ch" forName="Child1Accent4" refType="h" fact="0.097"/>
                  <dgm:constr type="w" for="ch" forName="Child1Accent4" refType="w" fact="0.0287"/>
                  <dgm:constr type="h" for="ch" forName="Child1Accent4" refType="h" fact="0.0381"/>
                  <dgm:constr type="r" for="ch" forName="Child1Accent5" refType="w" fact="0.696"/>
                  <dgm:constr type="t" for="ch" forName="Child1Accent5" refType="h" fact="0.097"/>
                  <dgm:constr type="w" for="ch" forName="Child1Accent5" refType="w" fact="0.0287"/>
                  <dgm:constr type="h" for="ch" forName="Child1Accent5" refType="h" fact="0.0381"/>
                  <dgm:constr type="r" for="ch" forName="Child1Accent6" refType="w" fact="0.7574"/>
                  <dgm:constr type="t" for="ch" forName="Child1Accent6" refType="h" fact="0.097"/>
                  <dgm:constr type="w" for="ch" forName="Child1Accent6" refType="w" fact="0.0287"/>
                  <dgm:constr type="h" for="ch" forName="Child1Accent6" refType="h" fact="0.0381"/>
                  <dgm:constr type="r" for="ch" forName="Child1Accent7" refType="w" fact="0.8187"/>
                  <dgm:constr type="t" for="ch" forName="Child1Accent7" refType="h" fact="0.097"/>
                  <dgm:constr type="w" for="ch" forName="Child1Accent7" refType="w" fact="0.0287"/>
                  <dgm:constr type="h" for="ch" forName="Child1Accent7" refType="h" fact="0.0381"/>
                  <dgm:constr type="r" for="ch" forName="Child1Accent8" refType="w" fact="0.88"/>
                  <dgm:constr type="t" for="ch" forName="Child1Accent8" refType="h" fact="0.097"/>
                  <dgm:constr type="w" for="ch" forName="Child1Accent8" refType="w" fact="0.0287"/>
                  <dgm:constr type="h" for="ch" forName="Child1Accent8" refType="h" fact="0.0381"/>
                  <dgm:constr type="r" for="ch" forName="Child1Accent9" refType="w" fact="0.9413"/>
                  <dgm:constr type="t" for="ch" forName="Child1Accent9" refType="h" fact="0.097"/>
                  <dgm:constr type="w" for="ch" forName="Child1Accent9" refType="w" fact="0.0287"/>
                  <dgm:constr type="h" for="ch" forName="Child1Accent9" refType="h" fact="0.0381"/>
                  <dgm:constr type="r" for="ch" forName="Child5Accent1" refType="w" fact="0.5181"/>
                  <dgm:constr type="t" for="ch" forName="Child5Accent1" refType="h" fact="0.7601"/>
                  <dgm:constr type="w" for="ch" forName="Child5Accent1" refType="w" fact="0.0574"/>
                  <dgm:constr type="h" for="ch" forName="Child5Accent1" refType="h" fact="0.0763"/>
                  <dgm:constr type="r" for="ch" forName="Child5Accent2" refType="w" fact="0.547"/>
                  <dgm:constr type="t" for="ch" forName="Child5Accent2" refType="h" fact="0.8375"/>
                  <dgm:constr type="w" for="ch" forName="Child5Accent2" refType="w" fact="0.0287"/>
                  <dgm:constr type="h" for="ch" forName="Child5Accent2" refType="h" fact="0.0381"/>
                  <dgm:constr type="r" for="ch" forName="Child5Accent3" refType="w" fact="0.5882"/>
                  <dgm:constr type="t" for="ch" forName="Child5Accent3" refType="h" fact="0.8991"/>
                  <dgm:constr type="w" for="ch" forName="Child5Accent3" refType="w" fact="0.0287"/>
                  <dgm:constr type="h" for="ch" forName="Child5Accent3" refType="h" fact="0.0381"/>
                  <dgm:constr type="r" for="ch" forName="Child5Accent4" refType="w" fact="0.6347"/>
                  <dgm:constr type="t" for="ch" forName="Child5Accent4" refType="h" fact="0.9619"/>
                  <dgm:constr type="w" for="ch" forName="Child5Accent4" refType="w" fact="0.0287"/>
                  <dgm:constr type="h" for="ch" forName="Child5Accent4" refType="h" fact="0.0381"/>
                  <dgm:constr type="r" for="ch" forName="Child5Accent5" refType="w" fact="0.696"/>
                  <dgm:constr type="t" for="ch" forName="Child5Accent5" refType="h" fact="0.9619"/>
                  <dgm:constr type="w" for="ch" forName="Child5Accent5" refType="w" fact="0.0287"/>
                  <dgm:constr type="h" for="ch" forName="Child5Accent5" refType="h" fact="0.0381"/>
                  <dgm:constr type="r" for="ch" forName="Child5Accent6" refType="w" fact="0.7574"/>
                  <dgm:constr type="t" for="ch" forName="Child5Accent6" refType="h" fact="0.9619"/>
                  <dgm:constr type="w" for="ch" forName="Child5Accent6" refType="w" fact="0.0287"/>
                  <dgm:constr type="h" for="ch" forName="Child5Accent6" refType="h" fact="0.0381"/>
                  <dgm:constr type="r" for="ch" forName="Child5Accent7" refType="w" fact="0.8187"/>
                  <dgm:constr type="t" for="ch" forName="Child5Accent7" refType="h" fact="0.9619"/>
                  <dgm:constr type="w" for="ch" forName="Child5Accent7" refType="w" fact="0.0287"/>
                  <dgm:constr type="h" for="ch" forName="Child5Accent7" refType="h" fact="0.0381"/>
                  <dgm:constr type="r" for="ch" forName="Child5Accent8" refType="w" fact="0.88"/>
                  <dgm:constr type="t" for="ch" forName="Child5Accent8" refType="h" fact="0.9619"/>
                  <dgm:constr type="w" for="ch" forName="Child5Accent8" refType="w" fact="0.0287"/>
                  <dgm:constr type="h" for="ch" forName="Child5Accent8" refType="h" fact="0.0381"/>
                  <dgm:constr type="r" for="ch" forName="Child5Accent9" refType="w" fact="0.9423"/>
                  <dgm:constr type="t" for="ch" forName="Child5Accent9" refType="h" fact="0.9619"/>
                  <dgm:constr type="w" for="ch" forName="Child5Accent9" refType="w" fact="0.0287"/>
                  <dgm:constr type="h" for="ch" forName="Child5Accent9" refType="h" fact="0.0381"/>
                  <dgm:constr type="r" for="ch" forName="Child5" refType="w" fact="0.9419"/>
                  <dgm:constr type="t" for="ch" forName="Child5" refType="h" fact="0.8635"/>
                  <dgm:constr type="w" for="ch" forName="Child5" refType="w" fact="0.3364"/>
                  <dgm:constr type="h" for="ch" forName="Child5" refType="h" fact="0.0981"/>
                  <dgm:constr type="r" for="ch" forName="Child4" refType="w"/>
                  <dgm:constr type="t" for="ch" forName="Child4" refType="h" fact="0.6701"/>
                  <dgm:constr type="w" for="ch" forName="Child4" refType="w" fact="0.3364"/>
                  <dgm:constr type="h" for="ch" forName="Child4" refType="h" fact="0.0981"/>
                  <dgm:constr type="r" for="ch" forName="Child3" refType="w"/>
                  <dgm:constr type="t" for="ch" forName="Child3" refType="h" fact="0.4276"/>
                  <dgm:constr type="w" for="ch" forName="Child3" refType="w" fact="0.2544"/>
                  <dgm:constr type="h" for="ch" forName="Child3" refType="h" fact="0.0981"/>
                  <dgm:constr type="r" for="ch" forName="Child2" refType="w"/>
                  <dgm:constr type="t" for="ch" forName="Child2" refType="h" fact="0.1798"/>
                  <dgm:constr type="w" for="ch" forName="Child2" refType="w" fact="0.3364"/>
                  <dgm:constr type="h" for="ch" forName="Child2" refType="h" fact="0.0981"/>
                  <dgm:constr type="r" for="ch" forName="Child1" refType="w" fact="0.9419"/>
                  <dgm:constr type="t" for="ch" forName="Child1" refType="h" fact="0"/>
                  <dgm:constr type="w" for="ch" forName="Child1" refType="w" fact="0.3364"/>
                  <dgm:constr type="h" for="ch" forName="Child1" refType="h" fact="0.0981"/>
                  <dgm:constr type="r" for="ch" forName="Parent" refType="w" fact="0.6347"/>
                  <dgm:constr type="t" for="ch" forName="Parent" refType="h" fact="0.3513"/>
                  <dgm:constr type="w" for="ch" forName="Parent" refType="w" fact="0.2906"/>
                  <dgm:constr type="h" for="ch" forName="Parent" refType="h" fact="0.3859"/>
                </dgm:constrLst>
              </dgm:else>
            </dgm:choose>
          </dgm:else>
        </dgm:choose>
        <dgm:layoutNode name="ParentAccen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" styleLbl="alignNode1">
          <dgm:varLst>
            <dgm:chMax val="5"/>
            <dgm:chPref val="3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 ptType="node"/>
          <dgm:constrLst>
            <dgm:constr type="lMarg" refType="primFontSz" fact="0.1"/>
            <dgm:constr type="rMarg" refType="primFontSz" fact="0.1"/>
            <dgm:constr type="tMarg" refType="primFontSz" fact="0.1"/>
            <dgm:constr type="bMarg" refType="primFontSz" fact="0.1"/>
          </dgm:constrLst>
          <dgm:ruleLst>
            <dgm:rule type="primFontSz" val="5" fact="NaN" max="NaN"/>
          </dgm:ruleLst>
        </dgm:layoutNode>
        <dgm:forEach name="Name21" axis="ch" ptType="node" cnt="1">
          <dgm:layoutNode name="Child1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8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9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2" axis="ch" ptType="node" st="2" cnt="1">
          <dgm:layoutNode name="Child2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3" axis="ch" ptType="node" st="3" cnt="1">
          <dgm:layoutNode name="Child3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4" axis="ch" ptType="node" st="4" cnt="1">
          <dgm:layoutNode name="Child4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8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5" axis="ch" ptType="node" st="5" cnt="1">
          <dgm:layoutNode name="Child5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8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9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4.png"/><Relationship Id="rId8" Type="http://schemas.openxmlformats.org/officeDocument/2006/relationships/image" Target="../media/image19.png"/><Relationship Id="rId9" Type="http://schemas.openxmlformats.org/officeDocument/2006/relationships/image" Target="../media/image22.png"/><Relationship Id="rId10" Type="http://schemas.openxmlformats.org/officeDocument/2006/relationships/image" Target="../media/image4.png"/><Relationship Id="rId11" Type="http://schemas.openxmlformats.org/officeDocument/2006/relationships/image" Target="../media/image18.png"/><Relationship Id="rId12" Type="http://schemas.openxmlformats.org/officeDocument/2006/relationships/image" Target="../media/image8.jpeg"/><Relationship Id="rId13" Type="http://schemas.openxmlformats.org/officeDocument/2006/relationships/image" Target="../media/image13.jpeg"/><Relationship Id="rId14" Type="http://schemas.openxmlformats.org/officeDocument/2006/relationships/image" Target="../media/image21.png"/><Relationship Id="rId15" Type="http://schemas.openxmlformats.org/officeDocument/2006/relationships/image" Target="../media/image7.png"/><Relationship Id="rId16" Type="http://schemas.openxmlformats.org/officeDocument/2006/relationships/image" Target="../media/image17.jpeg"/><Relationship Id="rId17" Type="http://schemas.openxmlformats.org/officeDocument/2006/relationships/image" Target="../media/image20.png"/><Relationship Id="rId18" Type="http://schemas.openxmlformats.org/officeDocument/2006/relationships/image" Target="../media/image12.png"/><Relationship Id="rId19" Type="http://schemas.openxmlformats.org/officeDocument/2006/relationships/image" Target="../media/image6.png"/><Relationship Id="rId20" Type="http://schemas.openxmlformats.org/officeDocument/2006/relationships/image" Target="../media/image11.png"/><Relationship Id="rId21" Type="http://schemas.openxmlformats.org/officeDocument/2006/relationships/image" Target="../media/image16.jpeg"/><Relationship Id="rId22" Type="http://schemas.openxmlformats.org/officeDocument/2006/relationships/image" Target="../media/image24.jpeg"/><Relationship Id="rId23" Type="http://schemas.openxmlformats.org/officeDocument/2006/relationships/diagramData" Target="../diagrams/data1.xml"/><Relationship Id="rId24" Type="http://schemas.openxmlformats.org/officeDocument/2006/relationships/diagramColors" Target="../diagrams/colors1.xml"/><Relationship Id="rId25" Type="http://schemas.openxmlformats.org/officeDocument/2006/relationships/diagramQuickStyle" Target="../diagrams/quickStyle1.xml"/><Relationship Id="rId26" Type="http://schemas.openxmlformats.org/officeDocument/2006/relationships/diagramLayout" Target="../diagrams/layout1.xml"/><Relationship Id="rId27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0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xos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877367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9659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Helvetica Neue"/>
              </a:rPr>
              <a:t>EXOS AEROSPACE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DCE6F0"/>
                </a:solidFill>
                <a:latin typeface="Helvetica Neue"/>
              </a:rPr>
              <a:t>AI-Native Industrial Power for the Space &amp; Defense Industrial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091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9C6D6"/>
                </a:solidFill>
                <a:latin typeface="Helvetica Neue"/>
              </a:rPr>
              <a:t>Reusable flight-test platform  ·  TRL-9 lunar-proven composites  ·  the consortium that re-industrializes space &amp; defense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Profitable (2025)  ·  Raising a $10M Series A  ·  October 2026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675"/>
                </a:solidFill>
                <a:latin typeface="Helvetica Neue"/>
              </a:rPr>
              <a:t>John Quinn, Cofounder &amp; CEO  ·  jquinn@exosaero.com  ·  www.exosaero.com   |   PRIVATE &amp;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Three waves converge — and Exos sits at the intersection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3545738" cy="40233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545738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691640"/>
            <a:ext cx="314340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Helvetica Neue"/>
              </a:rPr>
              <a:t>THE $20T PHYSICAL WORLD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68880"/>
            <a:ext cx="3143402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202E"/>
                </a:solidFill>
                <a:latin typeface="Helvetica Neue"/>
              </a:rPr>
              <a:t>AI conquered software; the physical world is next. Almost no one can apply AI to real flight hardware. Exos already does.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2978" y="1463040"/>
            <a:ext cx="3545738" cy="40233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2978" y="1463040"/>
            <a:ext cx="3545738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4146" y="1691640"/>
            <a:ext cx="314340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Helvetica Neue"/>
              </a:rPr>
              <a:t>THE INDUSTRIAL-BASE IMPERATIVE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4146" y="2468880"/>
            <a:ext cx="3143402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202E"/>
                </a:solidFill>
                <a:latin typeface="Helvetica Neue"/>
              </a:rPr>
              <a:t>Congress and DoD are re-industrializing for surge to 2045. Capital is moving to dual-use hardware and dormant capacity — Exos's exact lane.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43036" y="1463040"/>
            <a:ext cx="3545738" cy="40233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43036" y="1463040"/>
            <a:ext cx="3545738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4204" y="1691640"/>
            <a:ext cx="314340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Helvetica Neue"/>
              </a:rPr>
              <a:t>THE CAPITAL WAVE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4204" y="2468880"/>
            <a:ext cx="3143402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202E"/>
                </a:solidFill>
                <a:latin typeface="Helvetica Neue"/>
              </a:rPr>
              <a:t>The SpaceX IPO and record defense spending are pulling institutional capital into space-defense hardware. The window to enter at this basis is now.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7150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2A4A"/>
                </a:solidFill>
                <a:latin typeface="Helvetica Neue"/>
              </a:rPr>
              <a:t>Exos is the rare asset that is all three at once: a profitable reusable hardware operator under an FAA Part 431 launch license (transitioning to Part 450), running AI-native, holding lunar-proven IP.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Historical figures per QuickBooks (accrual, unaudited); projections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FOUR CORE ASSETS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Three technical assets, compounded by a fourth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55767" cy="19659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455767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63624"/>
            <a:ext cx="50534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Helvetica Neue"/>
              </a:rPr>
              <a:t>1 · SCORPIUS TYPE-5 CRYO TANK 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075688"/>
            <a:ext cx="5053431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TRL-9 linerless composite cryogenic tanks, flight-proven on Intuitive Machines' IM-1 and IM-2. Exos owns 18% today; the Series A completes our acquisition and brings the technology fully in-house.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417320"/>
            <a:ext cx="5455767" cy="19659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417320"/>
            <a:ext cx="5455767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4175" y="1563624"/>
            <a:ext cx="50534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Helvetica Neue"/>
              </a:rPr>
              <a:t>2 · REUSABLE SUBORBITAL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4175" y="2075688"/>
            <a:ext cx="5053431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Exos — one of only three FAA-licensed reusable rocket launch providers in the U.S. (Part 431, transitioning to Part 450). BLK3: Recoverable, high-cadence, minimal fixed infrastructure.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584448"/>
            <a:ext cx="5455767" cy="19659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584448"/>
            <a:ext cx="5455767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730752"/>
            <a:ext cx="50534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Helvetica Neue"/>
              </a:rPr>
              <a:t>3 · RDRE / ADVANCED PROPULSION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242816"/>
            <a:ext cx="5053431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Active USAF SBIR Phase II on a government-furnished RDRE, opening a sole-source Phase III path with no dollar ceiling. Next-gen propulsion via a structured trade study (Exos is the flight-test integrator, not a propulsion provider).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3584448"/>
            <a:ext cx="5455767" cy="19659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3584448"/>
            <a:ext cx="5455767" cy="381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4175" y="3730752"/>
            <a:ext cx="50534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Helvetica Neue"/>
              </a:rPr>
              <a:t>4 · AI-DEPLOYED OPERATING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4175" y="4242816"/>
            <a:ext cx="5053431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Mission Control plus a governed agent fleet run BD, capture, compliance, and operations. A compounding, owned decision-and-audit-trail asset — capital-efficient and ITAR/CUI-safe.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2A4A"/>
                </a:solidFill>
                <a:latin typeface="Helvetica Neue"/>
              </a:rPr>
              <a:t>Assets 1–3 are the hardware and IP; #4 is the operating system that compounds them — management-characterized, a moat, not a separate line item. Single valuation of record: $169.7M.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Historical figures per QuickBooks (accrual, unaudited); projections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25 years of reusable rockets — to a profitable, lunar-proven inflection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0992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1645920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719072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Armadillo Aerospace — reusable VTVL rockets; 100+ engines built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49424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1343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2249424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2322576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John Quinn buys out the program → Exos Aerospace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52928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91693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2018–19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65960" y="2852928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2926080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SARGE: 4 flights in 14 months, guided-canopy recovery — capital-efficient reuse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56432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2044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2021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65960" y="3456432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40" y="3529584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Carbon-composite pivot; Exos takes an 18% stake in Scorpius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59936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123944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2024–25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65960" y="4059936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8840" y="4133088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Scorpius Type-5 cryo tanks fly to the Moon — IM-1 Odysseus &amp; IM-2 Athena (TRL-9)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663440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72744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2025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65960" y="4663440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48840" y="4736592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First profitable year; 1 of 3 FAA-licensed reusable providers; AI-native ops live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266944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33095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2026 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65960" y="5266944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40" y="5340096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Series A: complete our acquisition of Scorpius + finish and fly BLK3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Historical figures per QuickBooks (accrual, unaudited); projections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BLK3 — a reusable de-risk engine for the whole orbital industry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One of only three FAA-licensed reusable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launch-and-recovery providers in the U.S. (Part 431 → Part 450).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De-risk orbital programs on a proven ~$5M vehicle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instead of losing $50–100M rockets on first flight — industry loses 4–7 to reach orbit; Exos can help cut that to 2–5.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Customers place avionics, sensors, controls, and recovery in the BLK3 bay;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hardware comes back, not just telemetry.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$1M per flight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(135 kg @ $7,500/kg); designed for rapid reuse (a 2-flight / 48-hour turnaround is proposed under Project KARMEN, not yet demonstrated).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Hover test campaign completed;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first commercial flight targeted early 2027.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417320"/>
            <a:ext cx="4434840" cy="416052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1417320"/>
            <a:ext cx="38100" cy="41605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lk3_h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00200"/>
            <a:ext cx="4160520" cy="23402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60920" y="4251960"/>
            <a:ext cx="4160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675"/>
                </a:solidFill>
                <a:latin typeface="Helvetica Neue"/>
              </a:rPr>
              <a:t>BLK3 PSRLV — vertical for integrated test at Caddo Mills. Reusable and recoverable.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Historical figures per QuickBooks (accrual, unaudited); projections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CROWN JEWEL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Scorpius — completing our acquisition of Moon-proven tank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OWN  18%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of Scorpius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0531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0531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0531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IP  $20–40M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0531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TRL-9 lunar-flown Type-5 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8142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8142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8142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1st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8142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tank sale for an orbital transfer vehicle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15753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5753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753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2×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753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flown to the Moon (IM-1 / IM-2)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88036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TRL-9 linerless (Type-5) cryogenic composite tank technology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, flown as fuel &amp; LOX tanks on Intuitive Machines' Odysseus (2024) and Athena (2025).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Scorpius's tank technology has made its first tank sale for an orbital transfer vehicle. The same Type-5 LOX/methane heritage is moving from lunar landers into the orbital-mobility market.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~50% mass reduction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vs. metal; room-temperature-cure resin (no microcracking through 150 cycles); qualified to fuel on a Falcon 9 on the pad; export-approved variant.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Exos owns 18% of Scorpius today; the Series A completes our acquisition and brings this composite cryogenic tank technology fully in-house.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/>
            </a:r>
            <a:r>
              <a:rPr sz="1350" b="0">
                <a:solidFill>
                  <a:srgbClr val="14202E"/>
                </a:solidFill>
                <a:latin typeface="Helvetica Neue"/>
              </a:rPr>
              <a:t/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Enables in-space refueling and long-duration cryo storage — the tankage a commercial space economy is built 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The IP value figure is Exos's own valuation, independent of the $169.7M 409A equity value.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Historical figures per QuickBooks (accrual, unaudited); projections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MULTIPLIER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AI-native operations — 5× output, and the way we commercialize dormant 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Mission Control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— an in-house, AI-native operating system (ExO 3.0). Ran a 12-person team to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~5× output in 9 months.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AI-driven DFARS/CFR compliance (caught same-day regulatory changes on a live contract); CMMC L1 → L2; DoD data walled off from commercial AI.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This is how the consortium ships: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the AI stack drops into acquired sub-50-person firms and makes them AI-native overnight — the commercialization engine dormant DoD tech never had.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The physical-AI proof point institutional capital is looking for — AI applied where it is hardest, real flight hardware.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89204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03834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5×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49554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output, 12-person team, 9 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0531" y="489204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0531" y="489204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0531" y="503834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$180M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0531" y="549554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AI-built pipeline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8142" y="489204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8142" y="489204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8142" y="503834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96%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8142" y="549554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decisions cleared in-system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15753" y="489204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15753" y="489204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15753" y="503834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1,240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753" y="549554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tasks orchestrated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Historical figures per QuickBooks (accrual, unaudited); projections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Activate America's dormant industrial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PROBLEM &amp; THE ENGINE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Stranded capital is real: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Virgin Orbit ($1B+ → Ch.11), Astra ($500M), ABL ($461M) — enormous capacity built, then idled.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~10 partner firms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(CTD, GTL, Goodman, Firefly, Via Space) sit at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5–20% utilization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, holding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$1B+ of DoD-funded tech, &lt;5% commercialized.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Exos is the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prime integrator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that knits them into one skunk-works — surging Type-5 tanks, SRM cases, orbital-transfer tank sets, missile &amp; Navy structures with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no new CapEx.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The same model transfers beyond space: advanced mfg, critical materials, energy, maritime, munitions.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17320"/>
            <a:ext cx="5257800" cy="416052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38100" cy="41605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57276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2A4A"/>
                </a:solidFill>
                <a:latin typeface="Helvetica Neue"/>
              </a:rPr>
              <a:t>SAME PLANT, UP TO 3×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057400"/>
            <a:ext cx="4892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250" b="0">
                <a:solidFill>
                  <a:srgbClr val="14202E"/>
                </a:solidFill>
                <a:latin typeface="Helvetica Neue"/>
              </a:rPr>
              <a:t>Idle winders &amp; machines put to work at ~$150/hr — </a:t>
            </a:r>
            <a:r>
              <a:rPr sz="1250" b="1">
                <a:solidFill>
                  <a:srgbClr val="14202E"/>
                </a:solidFill>
                <a:latin typeface="Helvetica Neue"/>
              </a:rPr>
              <a:t>10× manufacturing overnight.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250" b="0">
                <a:solidFill>
                  <a:srgbClr val="14202E"/>
                </a:solidFill>
                <a:latin typeface="Helvetica Neue"/>
              </a:rPr>
              <a:t>Humanoids + Mission Control fill 2nd/3rd shifts the labor market can't — fixed cost amortized across up to 3× output.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250" b="0">
                <a:solidFill>
                  <a:srgbClr val="14202E"/>
                </a:solidFill>
                <a:latin typeface="Helvetica Neue"/>
              </a:rPr>
              <a:t>Partner IP advances the Exos tech stack — continuous improvement, not one-off buys.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Historical figures per QuickBooks (accrual, unaudited); projections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The government has already validated the platform — and under-resourced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55680" cy="155448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8100" cy="15544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2A4A"/>
                </a:solidFill>
                <a:latin typeface="Helvetica Neue"/>
              </a:rPr>
              <a:t>PROJECT KARMEN — USSF SBIR SF254-D1002 (Direct-to-Phase-II)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84831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A reusable suborbital platform to empirically qualify cargo, supplies &amp; equipment under real spacelift conditions — a proposed 2-flight / 48-hour rapid-turnaround demonstration (not yet demonstrated). Competitively selected, then funded at ~1/10th of its validated $3M scope. A reissue at the proposed scope funds the next commercial launches and stands the pilot up in months.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0040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Proposed path forward: a $34M STRATFI. Other public funding (DPA Title III, OSC) could deliver the same strategy. Non-dilutive, milestone-gated, not counted in the base case.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/>
            </a:r>
            <a:r>
              <a:rPr sz="1350" b="0">
                <a:solidFill>
                  <a:srgbClr val="14202E"/>
                </a:solidFill>
                <a:latin typeface="Helvetica Neue"/>
              </a:rPr>
              <a:t/>
            </a:r>
            <a:r>
              <a:rPr sz="1350" b="1">
                <a:solidFill>
                  <a:srgbClr val="14202E"/>
                </a:solidFill>
                <a:latin typeface="Helvetica Neue"/>
              </a:rPr>
              <a:t/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$180M AI-built pipeline;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Commission on the Future of the Navy toured Exos (Aug 2026) and is weighing the consortium/ITZ model for its report.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Secure International Trade Zone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(DHS-CRADA containers) bridges the foreign carbon fiber and cryo tankage the U.S. can't source — a national supply-chain-resilience tool.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Historical figures per QuickBooks (accrual, unaudited); projections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A pilot fund built on DoD's own playbook — where strategic capital plugs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FOR TITLE III / OSC / STRATEGIC CAPITAL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$50M pilot fund, deployed in 12–18 months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— activation capital for dormant capacity, steered by insiders, run by pros.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Mirrors mechanisms DoD already uses: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DPA Title III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(direct industrial-base investment), the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Office of Strategic Capital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(loans / loan guarantees), and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OTA consortia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(NSTXL / SpaceWERX).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Cost-share where viable; the fund fills the gap where it isn't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— a blanket 50% match kills small vendors.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OTA + firm-fixed-price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is the home for this: weeks-to-award, outcome-based, non-dilutive alongside the equity.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17320"/>
            <a:ext cx="5257800" cy="41605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38100" cy="41605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2763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Helvetica Neue"/>
              </a:rPr>
              <a:t>THE THREE WAYS TO PARTICIPATE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4884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C9C9"/>
                </a:solidFill>
                <a:latin typeface="Helvetica Neue"/>
              </a:rPr>
              <a:t>1  Institutional equity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441448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Helvetica Neue"/>
              </a:rPr>
              <a:t>Series A at a $169.7M 409A basis; public-markets path in progress (TXSE listing as backup); SpaceX-IPO tailwind.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17296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C9C9"/>
                </a:solidFill>
                <a:latin typeface="Helvetica Neue"/>
              </a:rPr>
              <a:t>2  Strategic / Starfighters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465576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Helvetica Neue"/>
              </a:rPr>
              <a:t>JV / co-development on flight-test + reusable spacelift; shared cadence and range access.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97096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C9C9"/>
                </a:solidFill>
                <a:latin typeface="Helvetica Neue"/>
              </a:rPr>
              <a:t>3  Title III / OSC / OTA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489704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Helvetica Neue"/>
              </a:rPr>
              <a:t>Non-dilutive industrial-base capital into the consortium + KARMEN reissue.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Historical figures per QuickBooks (accrual, unaudited); projections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Profitable today, a government-backed path to ~$120M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$1.58M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2026 YTD revenue (Jan–Sep) · +168%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0531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0531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0531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$278K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0531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2026 YTD EBITDA (Jan–Sep) · 18% margin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8142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8142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8142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$1.49M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8142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FY2025 revenue (first profitable year)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15753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5753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753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~$5M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753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combined pro-forma run-rate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8803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History: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$0.19M (2022) → $0.31M → $0.62M →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$1.49M (2025), first profitable year; $1.58M in 2026 through September.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Projection: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~$120M by Y5 on a contracted backbone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(conservative Cash Flow case); TACFI/STRATFI/entX-expansion sit in a separate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upside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layer, not the base.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Unit economics: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future BLK4 sale (gated orbital path) $6M (50%+ GM); wet-lease flight $3.75M (60%+); tanks $200K–$1M (45%+).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Valuation: $169.7M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independent 409A equity value (Eqvista 3/31/26; $8.66/share; DLOM 36.51%) — comps cross-check 4–6× 2028E revenue.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880360"/>
            <a:ext cx="4434840" cy="274320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23760" y="2880360"/>
            <a:ext cx="38100" cy="2743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4927" y="3035808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2A4A"/>
                </a:solidFill>
                <a:latin typeface="Helvetica Neue"/>
              </a:rPr>
              <a:t>WHERE WE'VE BEEN → WHERE WE'RE GOING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7" y="352044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675"/>
                </a:solidFill>
                <a:latin typeface="Helvetica Neue"/>
              </a:rPr>
              <a:t>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5204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2A4A"/>
                </a:solidFill>
                <a:latin typeface="Helvetica Neue"/>
              </a:rPr>
              <a:t>$0.19M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7" y="392277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675"/>
                </a:solidFill>
                <a:latin typeface="Helvetica Neue"/>
              </a:rPr>
              <a:t>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92277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2A4A"/>
                </a:solidFill>
                <a:latin typeface="Helvetica Neue"/>
              </a:rPr>
              <a:t>$0.31M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4927" y="432511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675"/>
                </a:solidFill>
                <a:latin typeface="Helvetica Neue"/>
              </a:rPr>
              <a:t>2024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3251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2A4A"/>
                </a:solidFill>
                <a:latin typeface="Helvetica Neue"/>
              </a:rPr>
              <a:t>$0.62M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4927" y="472744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675"/>
                </a:solidFill>
                <a:latin typeface="Helvetica Neue"/>
              </a:rPr>
              <a:t>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72744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2A4A"/>
                </a:solidFill>
                <a:latin typeface="Helvetica Neue"/>
              </a:rPr>
              <a:t>$1.49M ✓ profit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4927" y="512978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675"/>
                </a:solidFill>
                <a:latin typeface="Helvetica Neue"/>
              </a:rPr>
              <a:t>Y5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512978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2A4A"/>
                </a:solidFill>
                <a:latin typeface="Helvetica Neue"/>
              </a:rPr>
              <a:t>~$120M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Historical and 2026 YTD (Jan–Sep) figures per QuickBooks (accrual, unaudited); EBITDA = operating income + net interest; 2026 depreciation is booked at year-end, so YTD net income is before depreciation (EBITDA is unaffected); projections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A $10M Series A — 100% deployed on three things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$10M Series A — use of funds: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  • Complete our acquisition of Scorpius — bring its composite cryogenic tank technology fully in-house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/>
            </a:r>
            <a:r>
              <a:rPr sz="1300" b="0">
                <a:solidFill>
                  <a:srgbClr val="14202E"/>
                </a:solidFill>
                <a:latin typeface="Helvetica Neue"/>
              </a:rPr>
              <a:t/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  • Finish and fly BLK3 — first commercial flight targeted early 2027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/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  • Advance next-generation propulsion through a structured trade study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Public-markets path: in progress; a Texas Stock Exchange (TXSE) listing is the backup route.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/>
            </a:r>
            <a:r>
              <a:rPr sz="1300" b="0">
                <a:solidFill>
                  <a:srgbClr val="14202E"/>
                </a:solidFill>
                <a:latin typeface="Helvetica Neue"/>
              </a:rPr>
              <a:t/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All common stock; founders retain ~56% control; EAI investors' first liquidity window in the raise.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417320"/>
            <a:ext cx="4434840" cy="41605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1417320"/>
            <a:ext cx="38100" cy="41605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4927" y="164592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WHAT $10M ENABLES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219456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 b="1">
                <a:solidFill>
                  <a:srgbClr val="FFC9C9"/>
                </a:solidFill>
              </a:rPr>
              <a:t>▸  </a:t>
            </a:r>
            <a:r>
              <a:rPr sz="1250">
                <a:solidFill>
                  <a:srgbClr val="FFFFFF"/>
                </a:solidFill>
                <a:latin typeface="Helvetica Neue"/>
              </a:rPr>
              <a:t>Complete our acquisition of Scorpius — tank technology fully in-house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FC9C9"/>
                </a:solidFill>
              </a:rPr>
              <a:t>▸  </a:t>
            </a:r>
            <a:r>
              <a:rPr sz="1250">
                <a:solidFill>
                  <a:srgbClr val="FFFFFF"/>
                </a:solidFill>
                <a:latin typeface="Helvetica Neue"/>
              </a:rPr>
              <a:t>Finish and fly BLK3 — flight evidence for orbital developers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FC9C9"/>
                </a:solidFill>
              </a:rPr>
              <a:t>▸  </a:t>
            </a:r>
            <a:r>
              <a:rPr sz="1250">
                <a:solidFill>
                  <a:srgbClr val="FFFFFF"/>
                </a:solidFill>
                <a:latin typeface="Helvetica Neue"/>
              </a:rPr>
              <a:t>Advance next-gen propulsion via a structured trade study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FC9C9"/>
                </a:solidFill>
              </a:rPr>
              <a:t>▸  </a:t>
            </a:r>
            <a:r>
              <a:rPr sz="1250">
                <a:solidFill>
                  <a:srgbClr val="FFFFFF"/>
                </a:solidFill>
                <a:latin typeface="Helvetica Neue"/>
              </a:rPr>
              <a:t>Put idle partner capacity to work — no new CapEx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FC9C9"/>
                </a:solidFill>
              </a:rPr>
              <a:t>▸  </a:t>
            </a:r>
            <a:r>
              <a:rPr sz="1250">
                <a:solidFill>
                  <a:srgbClr val="FFFFFF"/>
                </a:solidFill>
                <a:latin typeface="Helvetica Neue"/>
              </a:rPr>
              <a:t>Bridge to the Title III / OSC non-dilutive layer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FC9C9"/>
                </a:solidFill>
              </a:rPr>
              <a:t>▸  Scale Scorpius into DoD orbital-mobility + SRM-case production — Title III non-dilutive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Historical figures per QuickBooks (accrual, unaudited); projections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50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Helvetica Neue"/>
              </a:rPr>
              <a:t>De-risk the impossible.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DCE6F0"/>
                </a:solidFill>
                <a:latin typeface="Helvetica Neue"/>
              </a:rPr>
              <a:t>Deliver the mass that builds humanity's future in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John Quinn, Cofounder &amp; CEO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B9C6D6"/>
                </a:solidFill>
                <a:latin typeface="Helvetica Neue"/>
              </a:rPr>
              <a:t>jquinn@exosaero.com  ·  +1-972-740-8355  ·  www.exosaero.com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675"/>
                </a:solidFill>
                <a:latin typeface="Helvetica Neue"/>
              </a:rPr>
              <a:t>PRIVATE &amp; CONFIDENTIAL — not an offer to sell or a solicitation of securities. Historical figures per QuickBooks (accrual, unaudited); projections are management-prepared estimates.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05F5189F-7000-F349-8F07-549B491CE0DE}"/>
              </a:ext>
            </a:extLst>
          </p:cNvPr>
          <p:cNvCxnSpPr>
            <a:cxnSpLocks/>
            <a:stCxn id="18" idx="6"/>
          </p:cNvCxnSpPr>
          <p:nvPr/>
        </p:nvCxnSpPr>
        <p:spPr>
          <a:xfrm flipV="1">
            <a:off x="774878" y="3381363"/>
            <a:ext cx="11417123" cy="2036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B97CC9A0-2882-2743-A0BA-3C78230875D7}"/>
              </a:ext>
            </a:extLst>
          </p:cNvPr>
          <p:cNvGrpSpPr/>
          <p:nvPr/>
        </p:nvGrpSpPr>
        <p:grpSpPr>
          <a:xfrm>
            <a:off x="-6795" y="-7680"/>
            <a:ext cx="1423729" cy="2405984"/>
            <a:chOff x="-6796" y="-7680"/>
            <a:chExt cx="1423729" cy="2405984"/>
          </a:xfrm>
        </p:grpSpPr>
        <p:sp>
          <p:nvSpPr>
            <p:cNvPr id="2" name="Text Placeholder 29">
              <a:extLst>
                <a:ext uri="{FF2B5EF4-FFF2-40B4-BE49-F238E27FC236}">
                  <a16:creationId xmlns:a16="http://schemas.microsoft.com/office/drawing/2014/main" id="{0134226A-4BE6-B644-994F-1D1228F619F6}"/>
                </a:ext>
              </a:extLst>
            </p:cNvPr>
            <p:cNvSpPr txBox="1">
              <a:spLocks/>
            </p:cNvSpPr>
            <p:nvPr/>
          </p:nvSpPr>
          <p:spPr>
            <a:xfrm>
              <a:off x="93734" y="1729890"/>
              <a:ext cx="1047990" cy="668414"/>
            </a:xfrm>
            <a:prstGeom prst="rect">
              <a:avLst/>
            </a:prstGeom>
            <a:ln w="6350"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Tx/>
                <a:buNone/>
                <a:defRPr sz="12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84">
                <a:defRPr/>
              </a:pPr>
              <a:r>
                <a:rPr lang="en-US">
                  <a:solidFill>
                    <a:prstClr val="white"/>
                  </a:solidFill>
                  <a:sym typeface="Arial"/>
                </a:rPr>
                <a:t>Armadillo Aerospace Founded by John Carmack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E40D61C-0BD0-4047-99BF-216FCA5104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10832" r="7819"/>
            <a:stretch/>
          </p:blipFill>
          <p:spPr>
            <a:xfrm>
              <a:off x="-6796" y="-7680"/>
              <a:ext cx="1423729" cy="1223696"/>
            </a:xfrm>
            <a:prstGeom prst="rect">
              <a:avLst/>
            </a:prstGeom>
          </p:spPr>
        </p:pic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F7D382C9-9F43-AC48-A2DD-48DAF2C85417}"/>
              </a:ext>
            </a:extLst>
          </p:cNvPr>
          <p:cNvGrpSpPr/>
          <p:nvPr/>
        </p:nvGrpSpPr>
        <p:grpSpPr>
          <a:xfrm>
            <a:off x="76201" y="3861926"/>
            <a:ext cx="1204347" cy="2984483"/>
            <a:chOff x="1352913" y="3854267"/>
            <a:chExt cx="1204347" cy="2984483"/>
          </a:xfrm>
        </p:grpSpPr>
        <p:sp>
          <p:nvSpPr>
            <p:cNvPr id="50" name="Text Placeholder 28">
              <a:extLst>
                <a:ext uri="{FF2B5EF4-FFF2-40B4-BE49-F238E27FC236}">
                  <a16:creationId xmlns:a16="http://schemas.microsoft.com/office/drawing/2014/main" id="{9B629466-F313-5B43-AA9F-24DD372A948B}"/>
                </a:ext>
              </a:extLst>
            </p:cNvPr>
            <p:cNvSpPr txBox="1">
              <a:spLocks/>
            </p:cNvSpPr>
            <p:nvPr/>
          </p:nvSpPr>
          <p:spPr>
            <a:xfrm>
              <a:off x="1370447" y="3854267"/>
              <a:ext cx="1179272" cy="83703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200" b="0" i="0" kern="1200">
                  <a:solidFill>
                    <a:schemeClr val="tx1">
                      <a:tint val="75000"/>
                    </a:schemeClr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84">
                <a:defRPr/>
              </a:pPr>
              <a:r>
                <a:rPr lang="en-US">
                  <a:solidFill>
                    <a:prstClr val="white">
                      <a:tint val="75000"/>
                    </a:prstClr>
                  </a:solidFill>
                  <a:sym typeface="Arial"/>
                </a:rPr>
                <a:t> X-Prize Competition w/Pixel and Texel Round 1 Winners</a:t>
              </a: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18ED0C30-928B-9042-AC56-19102AC67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52913" y="5752903"/>
              <a:ext cx="1204347" cy="1085847"/>
            </a:xfrm>
            <a:prstGeom prst="rect">
              <a:avLst/>
            </a:prstGeom>
          </p:spPr>
        </p:pic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BD751345-26E3-C341-878A-A5CE9E689EB1}"/>
              </a:ext>
            </a:extLst>
          </p:cNvPr>
          <p:cNvGrpSpPr/>
          <p:nvPr/>
        </p:nvGrpSpPr>
        <p:grpSpPr>
          <a:xfrm>
            <a:off x="1447801" y="0"/>
            <a:ext cx="995353" cy="2434792"/>
            <a:chOff x="2294784" y="1264"/>
            <a:chExt cx="995353" cy="2434792"/>
          </a:xfrm>
        </p:grpSpPr>
        <p:sp>
          <p:nvSpPr>
            <p:cNvPr id="52" name="Text Placeholder 31">
              <a:extLst>
                <a:ext uri="{FF2B5EF4-FFF2-40B4-BE49-F238E27FC236}">
                  <a16:creationId xmlns:a16="http://schemas.microsoft.com/office/drawing/2014/main" id="{8AFE6FE1-A6FB-554B-8D70-CEC726AFC554}"/>
                </a:ext>
              </a:extLst>
            </p:cNvPr>
            <p:cNvSpPr txBox="1">
              <a:spLocks/>
            </p:cNvSpPr>
            <p:nvPr/>
          </p:nvSpPr>
          <p:spPr>
            <a:xfrm>
              <a:off x="2309841" y="1774749"/>
              <a:ext cx="980296" cy="66130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defTabSz="914384">
                <a:buNone/>
                <a:defRPr/>
              </a:pPr>
              <a:r>
                <a:rPr lang="en-US" sz="1200">
                  <a:solidFill>
                    <a:prstClr val="white"/>
                  </a:solidFill>
                  <a:sym typeface="Arial"/>
                </a:rPr>
                <a:t>Lunar Lander Challenge 1</a:t>
              </a:r>
              <a:r>
                <a:rPr lang="en-US" sz="1200" baseline="30000">
                  <a:solidFill>
                    <a:prstClr val="white"/>
                  </a:solidFill>
                  <a:sym typeface="Arial"/>
                </a:rPr>
                <a:t>st</a:t>
              </a:r>
              <a:r>
                <a:rPr lang="en-US" sz="1200">
                  <a:solidFill>
                    <a:prstClr val="white"/>
                  </a:solidFill>
                  <a:sym typeface="Arial"/>
                </a:rPr>
                <a:t> Place</a:t>
              </a: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81D16C87-7D80-F342-A24D-9B4F977C1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2294784" y="1264"/>
              <a:ext cx="873950" cy="1202595"/>
            </a:xfrm>
            <a:prstGeom prst="rect">
              <a:avLst/>
            </a:prstGeom>
          </p:spPr>
        </p:pic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7CA0F7DE-FA5B-AC42-A5A6-AAA615674B4E}"/>
              </a:ext>
            </a:extLst>
          </p:cNvPr>
          <p:cNvGrpSpPr/>
          <p:nvPr/>
        </p:nvGrpSpPr>
        <p:grpSpPr>
          <a:xfrm>
            <a:off x="1334350" y="3689003"/>
            <a:ext cx="1421163" cy="3165022"/>
            <a:chOff x="2652891" y="3689002"/>
            <a:chExt cx="1421163" cy="3165022"/>
          </a:xfrm>
        </p:grpSpPr>
        <p:sp>
          <p:nvSpPr>
            <p:cNvPr id="64" name="Text Placeholder 30">
              <a:extLst>
                <a:ext uri="{FF2B5EF4-FFF2-40B4-BE49-F238E27FC236}">
                  <a16:creationId xmlns:a16="http://schemas.microsoft.com/office/drawing/2014/main" id="{94F49064-4A41-9B4B-8A3E-DE0C19202185}"/>
                </a:ext>
              </a:extLst>
            </p:cNvPr>
            <p:cNvSpPr txBox="1">
              <a:spLocks/>
            </p:cNvSpPr>
            <p:nvPr/>
          </p:nvSpPr>
          <p:spPr>
            <a:xfrm>
              <a:off x="2652891" y="3689002"/>
              <a:ext cx="1301208" cy="1177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1200" b="0" i="0" kern="1200">
                  <a:solidFill>
                    <a:schemeClr val="tx1">
                      <a:tint val="75000"/>
                    </a:schemeClr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84">
                <a:defRPr/>
              </a:pPr>
              <a:r>
                <a:rPr lang="en-US">
                  <a:solidFill>
                    <a:prstClr val="white">
                      <a:tint val="75000"/>
                    </a:prstClr>
                  </a:solidFill>
                  <a:sym typeface="Arial"/>
                </a:rPr>
                <a:t>Lunar Lander Challenge 2009 — Armadillo prize winner; NASA Morpheus sale</a:t>
              </a: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4F3EE0CA-C51F-FA49-858F-6605AB5D1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690142" y="5760562"/>
              <a:ext cx="1383912" cy="1093462"/>
            </a:xfrm>
            <a:prstGeom prst="rect">
              <a:avLst/>
            </a:prstGeom>
          </p:spPr>
        </p:pic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9755081C-60D2-DB48-8DBC-DCFE562F53F7}"/>
              </a:ext>
            </a:extLst>
          </p:cNvPr>
          <p:cNvGrpSpPr/>
          <p:nvPr/>
        </p:nvGrpSpPr>
        <p:grpSpPr>
          <a:xfrm>
            <a:off x="2330660" y="-4627"/>
            <a:ext cx="1550463" cy="2245769"/>
            <a:chOff x="2516713" y="12957"/>
            <a:chExt cx="2696293" cy="4058372"/>
          </a:xfrm>
        </p:grpSpPr>
        <p:sp>
          <p:nvSpPr>
            <p:cNvPr id="111" name="Text Placeholder 33">
              <a:extLst>
                <a:ext uri="{FF2B5EF4-FFF2-40B4-BE49-F238E27FC236}">
                  <a16:creationId xmlns:a16="http://schemas.microsoft.com/office/drawing/2014/main" id="{7B7F0C78-F6B8-864A-BDB5-DF3758C31578}"/>
                </a:ext>
              </a:extLst>
            </p:cNvPr>
            <p:cNvSpPr txBox="1">
              <a:spLocks/>
            </p:cNvSpPr>
            <p:nvPr/>
          </p:nvSpPr>
          <p:spPr>
            <a:xfrm>
              <a:off x="3021265" y="3234291"/>
              <a:ext cx="1840514" cy="837038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defTabSz="914384">
                <a:buNone/>
                <a:defRPr/>
              </a:pPr>
              <a:r>
                <a:rPr lang="en-US" sz="1200">
                  <a:solidFill>
                    <a:prstClr val="white"/>
                  </a:solidFill>
                  <a:sym typeface="Arial"/>
                </a:rPr>
                <a:t>Rocket Racing League development program</a:t>
              </a:r>
            </a:p>
          </p:txBody>
        </p:sp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CE2744DA-1242-8240-BA05-207078298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516713" y="12957"/>
              <a:ext cx="2696293" cy="2236248"/>
            </a:xfrm>
            <a:prstGeom prst="rect">
              <a:avLst/>
            </a:prstGeom>
          </p:spPr>
        </p:pic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74A6F9BE-F17E-D842-AD5F-39182FA2099B}"/>
              </a:ext>
            </a:extLst>
          </p:cNvPr>
          <p:cNvGrpSpPr/>
          <p:nvPr/>
        </p:nvGrpSpPr>
        <p:grpSpPr>
          <a:xfrm>
            <a:off x="2847158" y="3861564"/>
            <a:ext cx="1301824" cy="3005478"/>
            <a:chOff x="10370476" y="3852521"/>
            <a:chExt cx="1301824" cy="3005478"/>
          </a:xfrm>
        </p:grpSpPr>
        <p:sp>
          <p:nvSpPr>
            <p:cNvPr id="115" name="Text Placeholder 32">
              <a:extLst>
                <a:ext uri="{FF2B5EF4-FFF2-40B4-BE49-F238E27FC236}">
                  <a16:creationId xmlns:a16="http://schemas.microsoft.com/office/drawing/2014/main" id="{9800EAC4-26D8-3E43-88E1-8DBC2DF7B2DE}"/>
                </a:ext>
              </a:extLst>
            </p:cNvPr>
            <p:cNvSpPr txBox="1">
              <a:spLocks/>
            </p:cNvSpPr>
            <p:nvPr/>
          </p:nvSpPr>
          <p:spPr>
            <a:xfrm>
              <a:off x="10406362" y="3852521"/>
              <a:ext cx="1256137" cy="837037"/>
            </a:xfrm>
            <a:prstGeom prst="rect">
              <a:avLst/>
            </a:prstGeom>
            <a:ln w="6350"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Tx/>
                <a:buNone/>
                <a:defRPr sz="12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84">
                <a:defRPr/>
              </a:pPr>
              <a:r>
                <a:rPr lang="en-US">
                  <a:solidFill>
                    <a:prstClr val="white"/>
                  </a:solidFill>
                  <a:latin typeface="Duplicate Sans Medium" pitchFamily="2" charset="77"/>
                  <a:sym typeface="Arial"/>
                </a:rPr>
                <a:t>2010-2013</a:t>
              </a:r>
              <a:r>
                <a:rPr lang="en-US">
                  <a:solidFill>
                    <a:prstClr val="white"/>
                  </a:solidFill>
                  <a:sym typeface="Arial"/>
                </a:rPr>
                <a:t> STIG Rocket flies to 95km</a:t>
              </a:r>
            </a:p>
          </p:txBody>
        </p:sp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AA1FFEEA-2509-B94C-B49A-E866AD2FF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370477" y="5755678"/>
              <a:ext cx="909394" cy="1102320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D388C5FD-7DC7-394A-83BA-A97CC5617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70476" y="5735318"/>
              <a:ext cx="441114" cy="545826"/>
            </a:xfrm>
            <a:prstGeom prst="rect">
              <a:avLst/>
            </a:prstGeom>
          </p:spPr>
        </p:pic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514848F5-FDDB-0848-A81B-26D9FD894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325203" y="5746746"/>
              <a:ext cx="347097" cy="1111253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602C090-3748-EE41-9733-27DA275AE7B4}"/>
              </a:ext>
            </a:extLst>
          </p:cNvPr>
          <p:cNvGrpSpPr/>
          <p:nvPr/>
        </p:nvGrpSpPr>
        <p:grpSpPr>
          <a:xfrm>
            <a:off x="458331" y="2662318"/>
            <a:ext cx="316547" cy="897677"/>
            <a:chOff x="458330" y="2662318"/>
            <a:chExt cx="316547" cy="89767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8BA7303-DE4C-904C-832D-4FBC8EA2BAA3}"/>
                </a:ext>
              </a:extLst>
            </p:cNvPr>
            <p:cNvGrpSpPr/>
            <p:nvPr/>
          </p:nvGrpSpPr>
          <p:grpSpPr>
            <a:xfrm>
              <a:off x="458330" y="3243448"/>
              <a:ext cx="316547" cy="316547"/>
              <a:chOff x="762004" y="3201390"/>
              <a:chExt cx="457195" cy="457195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FCBBC82-AC46-9B4E-91EC-83CEDA239615}"/>
                  </a:ext>
                </a:extLst>
              </p:cNvPr>
              <p:cNvSpPr/>
              <p:nvPr/>
            </p:nvSpPr>
            <p:spPr>
              <a:xfrm>
                <a:off x="781569" y="3219967"/>
                <a:ext cx="418064" cy="418063"/>
              </a:xfrm>
              <a:prstGeom prst="ellipse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757FD6F-726E-9846-A73A-FE48459EBD85}"/>
                  </a:ext>
                </a:extLst>
              </p:cNvPr>
              <p:cNvSpPr/>
              <p:nvPr/>
            </p:nvSpPr>
            <p:spPr>
              <a:xfrm>
                <a:off x="762004" y="3201390"/>
                <a:ext cx="457195" cy="457195"/>
              </a:xfrm>
              <a:prstGeom prst="ellipse">
                <a:avLst/>
              </a:prstGeom>
              <a:noFill/>
              <a:ln w="38100">
                <a:noFill/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2559950-0179-9947-9CB8-326A3154920E}"/>
                  </a:ext>
                </a:extLst>
              </p:cNvPr>
              <p:cNvSpPr/>
              <p:nvPr/>
            </p:nvSpPr>
            <p:spPr>
              <a:xfrm>
                <a:off x="887102" y="3325503"/>
                <a:ext cx="206994" cy="206994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</p:grp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2DA4D71-EFF6-FB46-BF9C-B59369DE4744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616603" y="2662318"/>
              <a:ext cx="0" cy="593992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3E420DB-D41C-EC48-A371-C917AFDF0950}"/>
              </a:ext>
            </a:extLst>
          </p:cNvPr>
          <p:cNvSpPr/>
          <p:nvPr/>
        </p:nvSpPr>
        <p:spPr>
          <a:xfrm>
            <a:off x="370857" y="3263757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2000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A791FC6-4928-2F4D-8D14-BA5D589831A9}"/>
              </a:ext>
            </a:extLst>
          </p:cNvPr>
          <p:cNvSpPr/>
          <p:nvPr/>
        </p:nvSpPr>
        <p:spPr>
          <a:xfrm rot="10800000">
            <a:off x="1000471" y="3257328"/>
            <a:ext cx="316547" cy="316547"/>
          </a:xfrm>
          <a:prstGeom prst="ellipse">
            <a:avLst/>
          </a:prstGeom>
          <a:noFill/>
          <a:ln w="3810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defTabSz="914384">
              <a:defRPr/>
            </a:pPr>
            <a:endParaRPr lang="en-US">
              <a:solidFill>
                <a:prstClr val="white"/>
              </a:solidFill>
              <a:latin typeface="Calibri" panose="020F0502020204030204"/>
              <a:sym typeface="Arial"/>
            </a:endParaRP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B9B06481-E239-C04A-A089-FCCD4A1F48B0}"/>
              </a:ext>
            </a:extLst>
          </p:cNvPr>
          <p:cNvCxnSpPr>
            <a:cxnSpLocks/>
          </p:cNvCxnSpPr>
          <p:nvPr/>
        </p:nvCxnSpPr>
        <p:spPr>
          <a:xfrm flipH="1">
            <a:off x="6179300" y="4260467"/>
            <a:ext cx="440107" cy="683766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AFDBAE9B-9D8C-6347-81D4-369DC63E7832}"/>
              </a:ext>
            </a:extLst>
          </p:cNvPr>
          <p:cNvSpPr/>
          <p:nvPr/>
        </p:nvSpPr>
        <p:spPr>
          <a:xfrm>
            <a:off x="4157499" y="3232194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endParaRPr lang="en-US" sz="1600">
              <a:solidFill>
                <a:prstClr val="white"/>
              </a:solidFill>
              <a:latin typeface="Calibri" panose="020F0502020204030204"/>
              <a:cs typeface="Arial"/>
              <a:sym typeface="Arial"/>
            </a:endParaRPr>
          </a:p>
        </p:txBody>
      </p:sp>
      <p:sp>
        <p:nvSpPr>
          <p:cNvPr id="181" name="Text Placeholder 32">
            <a:extLst>
              <a:ext uri="{FF2B5EF4-FFF2-40B4-BE49-F238E27FC236}">
                <a16:creationId xmlns:a16="http://schemas.microsoft.com/office/drawing/2014/main" id="{D3788FEE-C5AD-CC43-B5E5-2EAF73969D9D}"/>
              </a:ext>
            </a:extLst>
          </p:cNvPr>
          <p:cNvSpPr txBox="1">
            <a:spLocks/>
          </p:cNvSpPr>
          <p:nvPr/>
        </p:nvSpPr>
        <p:spPr>
          <a:xfrm>
            <a:off x="3684237" y="1774751"/>
            <a:ext cx="1330540" cy="3849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84">
              <a:buNone/>
              <a:defRPr/>
            </a:pPr>
            <a:r>
              <a:rPr lang="en-US" sz="1200">
                <a:solidFill>
                  <a:prstClr val="white"/>
                </a:solidFill>
                <a:sym typeface="Arial"/>
              </a:rPr>
              <a:t>Super Mod</a:t>
            </a:r>
          </a:p>
          <a:p>
            <a:pPr marL="0" indent="0" algn="ctr" defTabSz="914384">
              <a:buNone/>
              <a:defRPr/>
            </a:pPr>
            <a:r>
              <a:rPr lang="en-US" sz="1200">
                <a:solidFill>
                  <a:prstClr val="white"/>
                </a:solidFill>
                <a:sym typeface="Arial"/>
              </a:rPr>
              <a:t>(VTVL)</a:t>
            </a:r>
          </a:p>
        </p:txBody>
      </p:sp>
      <p:pic>
        <p:nvPicPr>
          <p:cNvPr id="182" name="Picture 181">
            <a:extLst>
              <a:ext uri="{FF2B5EF4-FFF2-40B4-BE49-F238E27FC236}">
                <a16:creationId xmlns:a16="http://schemas.microsoft.com/office/drawing/2014/main" id="{195BAC4E-5D8F-0142-9316-20DAF4D3054A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t="3436"/>
          <a:stretch/>
        </p:blipFill>
        <p:spPr>
          <a:xfrm>
            <a:off x="3898333" y="-7679"/>
            <a:ext cx="945249" cy="1215387"/>
          </a:xfrm>
          <a:prstGeom prst="rect">
            <a:avLst/>
          </a:prstGeom>
        </p:spPr>
      </p:pic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3FC663D2-0D67-824C-8442-C6FB3023AB64}"/>
              </a:ext>
            </a:extLst>
          </p:cNvPr>
          <p:cNvCxnSpPr>
            <a:cxnSpLocks/>
            <a:stCxn id="179" idx="0"/>
          </p:cNvCxnSpPr>
          <p:nvPr/>
        </p:nvCxnSpPr>
        <p:spPr>
          <a:xfrm flipV="1">
            <a:off x="4407845" y="2660154"/>
            <a:ext cx="0" cy="576055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0EB1963F-7B5D-754D-B655-579A9D2FC104}"/>
              </a:ext>
            </a:extLst>
          </p:cNvPr>
          <p:cNvGrpSpPr/>
          <p:nvPr/>
        </p:nvGrpSpPr>
        <p:grpSpPr>
          <a:xfrm>
            <a:off x="4153036" y="3824829"/>
            <a:ext cx="1780283" cy="3006793"/>
            <a:chOff x="1078123" y="3862798"/>
            <a:chExt cx="1780283" cy="3006793"/>
          </a:xfrm>
        </p:grpSpPr>
        <p:sp>
          <p:nvSpPr>
            <p:cNvPr id="202" name="Text Placeholder 32">
              <a:extLst>
                <a:ext uri="{FF2B5EF4-FFF2-40B4-BE49-F238E27FC236}">
                  <a16:creationId xmlns:a16="http://schemas.microsoft.com/office/drawing/2014/main" id="{7569ED2E-CB43-4F48-89A2-92A0F234B407}"/>
                </a:ext>
              </a:extLst>
            </p:cNvPr>
            <p:cNvSpPr txBox="1">
              <a:spLocks/>
            </p:cNvSpPr>
            <p:nvPr/>
          </p:nvSpPr>
          <p:spPr>
            <a:xfrm>
              <a:off x="1078123" y="3862798"/>
              <a:ext cx="1692420" cy="837037"/>
            </a:xfrm>
            <a:prstGeom prst="rect">
              <a:avLst/>
            </a:prstGeom>
            <a:ln w="6350"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Tx/>
                <a:buNone/>
                <a:defRPr sz="12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84">
                <a:defRPr/>
              </a:pPr>
              <a:r>
                <a:rPr lang="en-US">
                  <a:solidFill>
                    <a:prstClr val="white"/>
                  </a:solidFill>
                  <a:sym typeface="Arial"/>
                </a:rPr>
                <a:t>Exos Aerospace continues funding of Armadillo Team with new management and commercial objectives</a:t>
              </a:r>
            </a:p>
          </p:txBody>
        </p:sp>
        <p:pic>
          <p:nvPicPr>
            <p:cNvPr id="203" name="Picture 202">
              <a:extLst>
                <a:ext uri="{FF2B5EF4-FFF2-40B4-BE49-F238E27FC236}">
                  <a16:creationId xmlns:a16="http://schemas.microsoft.com/office/drawing/2014/main" id="{C6FEB611-574D-FB42-85E7-438A86909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85382" y="5758403"/>
              <a:ext cx="1673024" cy="1111188"/>
            </a:xfrm>
            <a:prstGeom prst="rect">
              <a:avLst/>
            </a:prstGeom>
          </p:spPr>
        </p:pic>
      </p:grpSp>
      <p:sp>
        <p:nvSpPr>
          <p:cNvPr id="224" name="Text Placeholder 32">
            <a:extLst>
              <a:ext uri="{FF2B5EF4-FFF2-40B4-BE49-F238E27FC236}">
                <a16:creationId xmlns:a16="http://schemas.microsoft.com/office/drawing/2014/main" id="{317E6F62-0FFA-1A4A-8F24-C46C10827361}"/>
              </a:ext>
            </a:extLst>
          </p:cNvPr>
          <p:cNvSpPr txBox="1">
            <a:spLocks/>
          </p:cNvSpPr>
          <p:nvPr/>
        </p:nvSpPr>
        <p:spPr>
          <a:xfrm>
            <a:off x="4979487" y="1695205"/>
            <a:ext cx="1611297" cy="837037"/>
          </a:xfrm>
          <a:prstGeom prst="rect">
            <a:avLst/>
          </a:prstGeom>
          <a:ln w="63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84">
              <a:defRPr/>
            </a:pPr>
            <a:r>
              <a:rPr lang="en-US">
                <a:solidFill>
                  <a:prstClr val="white"/>
                </a:solidFill>
                <a:sym typeface="Arial"/>
              </a:rPr>
              <a:t>4 Launches and 3 recoveries on 1</a:t>
            </a:r>
            <a:r>
              <a:rPr lang="en-US" baseline="30000">
                <a:solidFill>
                  <a:prstClr val="white"/>
                </a:solidFill>
                <a:sym typeface="Arial"/>
              </a:rPr>
              <a:t>st </a:t>
            </a:r>
            <a:r>
              <a:rPr lang="en-US">
                <a:solidFill>
                  <a:prstClr val="white"/>
                </a:solidFill>
                <a:sym typeface="Arial"/>
              </a:rPr>
              <a:t> SARGE vehicle</a:t>
            </a:r>
          </a:p>
          <a:p>
            <a:pPr defTabSz="914384">
              <a:defRPr/>
            </a:pPr>
            <a:r>
              <a:rPr lang="en-US">
                <a:solidFill>
                  <a:prstClr val="white"/>
                </a:solidFill>
                <a:latin typeface="Duplicate Sans Medium" pitchFamily="2" charset="77"/>
                <a:sym typeface="Arial"/>
              </a:rPr>
              <a:t>Aug 2018 – Oct 2019</a:t>
            </a:r>
          </a:p>
          <a:p>
            <a:pPr defTabSz="914384">
              <a:defRPr/>
            </a:pPr>
            <a:endParaRPr lang="en-US">
              <a:solidFill>
                <a:prstClr val="white"/>
              </a:solidFill>
              <a:sym typeface="Arial"/>
            </a:endParaRPr>
          </a:p>
        </p:txBody>
      </p:sp>
      <p:pic>
        <p:nvPicPr>
          <p:cNvPr id="225" name="Picture 224">
            <a:extLst>
              <a:ext uri="{FF2B5EF4-FFF2-40B4-BE49-F238E27FC236}">
                <a16:creationId xmlns:a16="http://schemas.microsoft.com/office/drawing/2014/main" id="{839BA090-4058-F244-9834-F51CE5F59A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3721" y="-32336"/>
            <a:ext cx="994885" cy="1231761"/>
          </a:xfrm>
          <a:prstGeom prst="rect">
            <a:avLst/>
          </a:prstGeom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01161775-7701-6445-BAF8-B83595F4D6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981"/>
          <a:stretch/>
        </p:blipFill>
        <p:spPr>
          <a:xfrm>
            <a:off x="4901029" y="-24011"/>
            <a:ext cx="746824" cy="1223436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59E856E3-0134-A349-B382-39FB07E31B7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46398" y="-38609"/>
            <a:ext cx="592559" cy="395039"/>
          </a:xfrm>
          <a:prstGeom prst="rect">
            <a:avLst/>
          </a:prstGeom>
        </p:spPr>
      </p:pic>
      <p:grpSp>
        <p:nvGrpSpPr>
          <p:cNvPr id="237" name="Group 236">
            <a:extLst>
              <a:ext uri="{FF2B5EF4-FFF2-40B4-BE49-F238E27FC236}">
                <a16:creationId xmlns:a16="http://schemas.microsoft.com/office/drawing/2014/main" id="{47FBA38D-3624-324C-A353-15294698B577}"/>
              </a:ext>
            </a:extLst>
          </p:cNvPr>
          <p:cNvGrpSpPr/>
          <p:nvPr/>
        </p:nvGrpSpPr>
        <p:grpSpPr>
          <a:xfrm>
            <a:off x="6089400" y="3959646"/>
            <a:ext cx="1964807" cy="2871977"/>
            <a:chOff x="4118160" y="4185575"/>
            <a:chExt cx="2210315" cy="2996494"/>
          </a:xfrm>
        </p:grpSpPr>
        <p:sp>
          <p:nvSpPr>
            <p:cNvPr id="238" name="Text Placeholder 32">
              <a:extLst>
                <a:ext uri="{FF2B5EF4-FFF2-40B4-BE49-F238E27FC236}">
                  <a16:creationId xmlns:a16="http://schemas.microsoft.com/office/drawing/2014/main" id="{735AC0AF-F008-C84F-8442-A7DF7D886174}"/>
                </a:ext>
              </a:extLst>
            </p:cNvPr>
            <p:cNvSpPr txBox="1">
              <a:spLocks/>
            </p:cNvSpPr>
            <p:nvPr/>
          </p:nvSpPr>
          <p:spPr>
            <a:xfrm>
              <a:off x="4469736" y="4185575"/>
              <a:ext cx="1429330" cy="837037"/>
            </a:xfrm>
            <a:prstGeom prst="rect">
              <a:avLst/>
            </a:prstGeom>
            <a:ln w="6350"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Tx/>
                <a:buNone/>
                <a:defRPr sz="12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84">
                <a:defRPr/>
              </a:pPr>
              <a:r>
                <a:rPr lang="en-US">
                  <a:solidFill>
                    <a:prstClr val="white"/>
                  </a:solidFill>
                  <a:sym typeface="Arial"/>
                </a:rPr>
                <a:t>2021 Phase II Air Force Hypersonic Contract</a:t>
              </a:r>
            </a:p>
          </p:txBody>
        </p:sp>
        <p:pic>
          <p:nvPicPr>
            <p:cNvPr id="240" name="Picture 239">
              <a:extLst>
                <a:ext uri="{FF2B5EF4-FFF2-40B4-BE49-F238E27FC236}">
                  <a16:creationId xmlns:a16="http://schemas.microsoft.com/office/drawing/2014/main" id="{64E35E0C-20F6-3A4D-A921-3195FDF01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118160" y="6037589"/>
              <a:ext cx="2210315" cy="1144480"/>
            </a:xfrm>
            <a:prstGeom prst="rect">
              <a:avLst/>
            </a:prstGeom>
          </p:spPr>
        </p:pic>
      </p:grp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9FBC1DE2-1C20-444F-B0F4-E35A37D1F2C0}"/>
              </a:ext>
            </a:extLst>
          </p:cNvPr>
          <p:cNvCxnSpPr>
            <a:cxnSpLocks/>
          </p:cNvCxnSpPr>
          <p:nvPr/>
        </p:nvCxnSpPr>
        <p:spPr>
          <a:xfrm flipH="1" flipV="1">
            <a:off x="5767673" y="2650679"/>
            <a:ext cx="1312" cy="610012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113EB33-ED6B-3949-8484-0FB238054A85}"/>
              </a:ext>
            </a:extLst>
          </p:cNvPr>
          <p:cNvGrpSpPr/>
          <p:nvPr/>
        </p:nvGrpSpPr>
        <p:grpSpPr>
          <a:xfrm>
            <a:off x="10769703" y="-437011"/>
            <a:ext cx="369332" cy="6856508"/>
            <a:chOff x="9308068" y="487595"/>
            <a:chExt cx="369332" cy="6599005"/>
          </a:xfrm>
        </p:grpSpPr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1F018645-0BFB-624C-91C0-B130ABD0FB0B}"/>
                </a:ext>
              </a:extLst>
            </p:cNvPr>
            <p:cNvCxnSpPr>
              <a:cxnSpLocks/>
            </p:cNvCxnSpPr>
            <p:nvPr/>
          </p:nvCxnSpPr>
          <p:spPr>
            <a:xfrm>
              <a:off x="9632067" y="487595"/>
              <a:ext cx="0" cy="6599005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48885FC4-93EE-7849-9417-0C542331D5A8}"/>
                </a:ext>
              </a:extLst>
            </p:cNvPr>
            <p:cNvSpPr txBox="1"/>
            <p:nvPr/>
          </p:nvSpPr>
          <p:spPr>
            <a:xfrm rot="16200000">
              <a:off x="9093387" y="2369760"/>
              <a:ext cx="798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84">
                <a:defRPr/>
              </a:pPr>
              <a:r>
                <a:rPr lang="en-US">
                  <a:solidFill>
                    <a:srgbClr val="C00000"/>
                  </a:solidFill>
                  <a:latin typeface="Duplicate Sans Light" pitchFamily="2" charset="77"/>
                  <a:cs typeface="Arial"/>
                  <a:sym typeface="Arial"/>
                </a:rPr>
                <a:t>Today</a:t>
              </a:r>
            </a:p>
          </p:txBody>
        </p:sp>
      </p:grpSp>
      <p:sp>
        <p:nvSpPr>
          <p:cNvPr id="262" name="Rectangle 261">
            <a:extLst>
              <a:ext uri="{FF2B5EF4-FFF2-40B4-BE49-F238E27FC236}">
                <a16:creationId xmlns:a16="http://schemas.microsoft.com/office/drawing/2014/main" id="{42899B24-B296-B846-8476-C4F16033E316}"/>
              </a:ext>
            </a:extLst>
          </p:cNvPr>
          <p:cNvSpPr/>
          <p:nvPr/>
        </p:nvSpPr>
        <p:spPr>
          <a:xfrm>
            <a:off x="6552167" y="1688528"/>
            <a:ext cx="1857420" cy="1740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84">
              <a:defRPr/>
            </a:pPr>
            <a:r>
              <a:rPr lang="en-US" sz="1200">
                <a:solidFill>
                  <a:prstClr val="white"/>
                </a:solidFill>
                <a:latin typeface="Duplicate Sans Regular" pitchFamily="2" charset="77"/>
                <a:cs typeface="Arial"/>
                <a:sym typeface="Arial"/>
              </a:rPr>
              <a:t>Italy $6.4M grant LOI.  2022 -2025 Exos Aerospace Italia </a:t>
            </a:r>
            <a:r>
              <a:rPr lang="en-US" sz="1200" err="1">
                <a:solidFill>
                  <a:prstClr val="white"/>
                </a:solidFill>
                <a:latin typeface="Duplicate Sans Regular" pitchFamily="2" charset="77"/>
                <a:cs typeface="Arial"/>
                <a:sym typeface="Arial"/>
              </a:rPr>
              <a:t>Srl</a:t>
            </a:r>
            <a:r>
              <a:rPr lang="en-US" sz="1200">
                <a:solidFill>
                  <a:prstClr val="white"/>
                </a:solidFill>
                <a:latin typeface="Duplicate Sans Regular" pitchFamily="2" charset="77"/>
                <a:cs typeface="Arial"/>
                <a:sym typeface="Arial"/>
              </a:rPr>
              <a:t>  work with Defense on Suborbital Air Launch   development and work with Spaceland.it on microgravity research</a:t>
            </a:r>
          </a:p>
          <a:p>
            <a:pPr defTabSz="914384">
              <a:defRPr/>
            </a:pPr>
            <a:endParaRPr lang="en-US" sz="1200">
              <a:solidFill>
                <a:prstClr val="white"/>
              </a:solidFill>
              <a:latin typeface="Duplicate Sans Regular" pitchFamily="2" charset="77"/>
              <a:cs typeface="Arial"/>
              <a:sym typeface="Arial"/>
            </a:endParaRPr>
          </a:p>
        </p:txBody>
      </p: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FA60BE43-1378-C846-9F4C-10206CDF49ED}"/>
              </a:ext>
            </a:extLst>
          </p:cNvPr>
          <p:cNvGrpSpPr/>
          <p:nvPr/>
        </p:nvGrpSpPr>
        <p:grpSpPr>
          <a:xfrm>
            <a:off x="6647049" y="-34606"/>
            <a:ext cx="1145550" cy="1153347"/>
            <a:chOff x="8023332" y="360458"/>
            <a:chExt cx="908606" cy="1073807"/>
          </a:xfrm>
        </p:grpSpPr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9F4BBF18-51FA-CB44-B4FA-7DF24C08E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023332" y="360458"/>
              <a:ext cx="908606" cy="1073807"/>
            </a:xfrm>
            <a:prstGeom prst="rect">
              <a:avLst/>
            </a:prstGeom>
          </p:spPr>
        </p:pic>
        <p:pic>
          <p:nvPicPr>
            <p:cNvPr id="265" name="Picture 264" descr="A close up of a logo&#10;&#10;Description automatically generated">
              <a:extLst>
                <a:ext uri="{FF2B5EF4-FFF2-40B4-BE49-F238E27FC236}">
                  <a16:creationId xmlns:a16="http://schemas.microsoft.com/office/drawing/2014/main" id="{0EDFFA98-58D0-5744-A65F-6B59D9F08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464851">
              <a:off x="8340622" y="781956"/>
              <a:ext cx="399480" cy="185503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BF91C66-C73F-D945-AAB0-2B19C3D96EBF}"/>
              </a:ext>
            </a:extLst>
          </p:cNvPr>
          <p:cNvGrpSpPr/>
          <p:nvPr/>
        </p:nvGrpSpPr>
        <p:grpSpPr>
          <a:xfrm>
            <a:off x="3006346" y="2660155"/>
            <a:ext cx="316547" cy="899841"/>
            <a:chOff x="3298542" y="2660154"/>
            <a:chExt cx="316547" cy="899841"/>
          </a:xfrm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83CB007D-7E63-484B-BA71-DE50F047D356}"/>
                </a:ext>
              </a:extLst>
            </p:cNvPr>
            <p:cNvCxnSpPr>
              <a:cxnSpLocks/>
              <a:stCxn id="168" idx="0"/>
            </p:cNvCxnSpPr>
            <p:nvPr/>
          </p:nvCxnSpPr>
          <p:spPr>
            <a:xfrm flipH="1" flipV="1">
              <a:off x="3448870" y="2660154"/>
              <a:ext cx="7945" cy="596156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903E3315-DE37-EB43-B540-1A79CE7DEDD7}"/>
                </a:ext>
              </a:extLst>
            </p:cNvPr>
            <p:cNvGrpSpPr/>
            <p:nvPr/>
          </p:nvGrpSpPr>
          <p:grpSpPr>
            <a:xfrm>
              <a:off x="3298542" y="3243448"/>
              <a:ext cx="316547" cy="316547"/>
              <a:chOff x="762004" y="3201390"/>
              <a:chExt cx="457195" cy="457195"/>
            </a:xfrm>
          </p:grpSpPr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45C003D3-C127-1E47-8F34-0CC4B8B75379}"/>
                  </a:ext>
                </a:extLst>
              </p:cNvPr>
              <p:cNvSpPr/>
              <p:nvPr/>
            </p:nvSpPr>
            <p:spPr>
              <a:xfrm>
                <a:off x="781569" y="3219967"/>
                <a:ext cx="418064" cy="418063"/>
              </a:xfrm>
              <a:prstGeom prst="ellipse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EC047F8A-F840-CB4C-A869-5E33AD4539BF}"/>
                  </a:ext>
                </a:extLst>
              </p:cNvPr>
              <p:cNvSpPr/>
              <p:nvPr/>
            </p:nvSpPr>
            <p:spPr>
              <a:xfrm>
                <a:off x="762004" y="3201390"/>
                <a:ext cx="457195" cy="457195"/>
              </a:xfrm>
              <a:prstGeom prst="ellipse">
                <a:avLst/>
              </a:prstGeom>
              <a:noFill/>
              <a:ln w="38100">
                <a:noFill/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782BEEBC-D165-114B-866A-351851EB3295}"/>
                  </a:ext>
                </a:extLst>
              </p:cNvPr>
              <p:cNvSpPr/>
              <p:nvPr/>
            </p:nvSpPr>
            <p:spPr>
              <a:xfrm>
                <a:off x="887102" y="3325503"/>
                <a:ext cx="206994" cy="206994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3F907F6-0631-DC4F-9148-A9C7ACC10A69}"/>
              </a:ext>
            </a:extLst>
          </p:cNvPr>
          <p:cNvGrpSpPr/>
          <p:nvPr/>
        </p:nvGrpSpPr>
        <p:grpSpPr>
          <a:xfrm>
            <a:off x="4249572" y="3236210"/>
            <a:ext cx="316547" cy="316547"/>
            <a:chOff x="762004" y="3201390"/>
            <a:chExt cx="457195" cy="457195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9418756D-4CB2-084B-83FC-9257C085D77D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9BE516B5-8F11-334D-BCF9-6C26179F7F0C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61D5D6F5-E86D-5F46-BC85-9C27C1040415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A9FB6F08-07E3-C845-9E61-2FEE7733EA77}"/>
              </a:ext>
            </a:extLst>
          </p:cNvPr>
          <p:cNvGrpSpPr/>
          <p:nvPr/>
        </p:nvGrpSpPr>
        <p:grpSpPr>
          <a:xfrm>
            <a:off x="4985893" y="3243449"/>
            <a:ext cx="316547" cy="316547"/>
            <a:chOff x="762004" y="3201390"/>
            <a:chExt cx="457195" cy="457195"/>
          </a:xfrm>
        </p:grpSpPr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0DBAE9A4-C466-2B47-BC76-718A199BE15F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9AFDE4AE-19DA-B341-BAE7-A61474056E51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23393304-48AE-0446-BAE4-BE16CA0D9F14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sp>
        <p:nvSpPr>
          <p:cNvPr id="124" name="Rectangle 123">
            <a:extLst>
              <a:ext uri="{FF2B5EF4-FFF2-40B4-BE49-F238E27FC236}">
                <a16:creationId xmlns:a16="http://schemas.microsoft.com/office/drawing/2014/main" id="{65E99FCD-BC5D-7042-A737-B4158326977A}"/>
              </a:ext>
            </a:extLst>
          </p:cNvPr>
          <p:cNvSpPr/>
          <p:nvPr/>
        </p:nvSpPr>
        <p:spPr>
          <a:xfrm>
            <a:off x="921306" y="3263757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2006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F83810D-8F09-AC40-B37D-ED26DE93F9A2}"/>
              </a:ext>
            </a:extLst>
          </p:cNvPr>
          <p:cNvGrpSpPr/>
          <p:nvPr/>
        </p:nvGrpSpPr>
        <p:grpSpPr>
          <a:xfrm>
            <a:off x="1794869" y="2686378"/>
            <a:ext cx="316547" cy="873617"/>
            <a:chOff x="1794868" y="2686378"/>
            <a:chExt cx="316547" cy="873617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44582BFA-844F-6549-9F47-6DB62EAE2BDC}"/>
                </a:ext>
              </a:extLst>
            </p:cNvPr>
            <p:cNvCxnSpPr>
              <a:cxnSpLocks/>
              <a:stCxn id="148" idx="0"/>
            </p:cNvCxnSpPr>
            <p:nvPr/>
          </p:nvCxnSpPr>
          <p:spPr>
            <a:xfrm flipV="1">
              <a:off x="1953141" y="2686378"/>
              <a:ext cx="0" cy="569932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52C6E261-9F21-2D49-B7EF-30917AA407AE}"/>
                </a:ext>
              </a:extLst>
            </p:cNvPr>
            <p:cNvGrpSpPr/>
            <p:nvPr/>
          </p:nvGrpSpPr>
          <p:grpSpPr>
            <a:xfrm>
              <a:off x="1794868" y="3243448"/>
              <a:ext cx="316547" cy="316547"/>
              <a:chOff x="762004" y="3201390"/>
              <a:chExt cx="457195" cy="457195"/>
            </a:xfrm>
          </p:grpSpPr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45A41C49-E033-0B43-A5A1-3B053B80229B}"/>
                  </a:ext>
                </a:extLst>
              </p:cNvPr>
              <p:cNvSpPr/>
              <p:nvPr/>
            </p:nvSpPr>
            <p:spPr>
              <a:xfrm>
                <a:off x="781569" y="3219967"/>
                <a:ext cx="418064" cy="418063"/>
              </a:xfrm>
              <a:prstGeom prst="ellipse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2C8D71FF-3379-764A-8A5F-173EA1991C98}"/>
                  </a:ext>
                </a:extLst>
              </p:cNvPr>
              <p:cNvSpPr/>
              <p:nvPr/>
            </p:nvSpPr>
            <p:spPr>
              <a:xfrm>
                <a:off x="762004" y="3201390"/>
                <a:ext cx="457195" cy="457195"/>
              </a:xfrm>
              <a:prstGeom prst="ellipse">
                <a:avLst/>
              </a:prstGeom>
              <a:noFill/>
              <a:ln w="38100">
                <a:noFill/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8E29616E-C49F-674B-B0CF-1DD1E0CD90F2}"/>
                  </a:ext>
                </a:extLst>
              </p:cNvPr>
              <p:cNvSpPr/>
              <p:nvPr/>
            </p:nvSpPr>
            <p:spPr>
              <a:xfrm>
                <a:off x="887102" y="3325503"/>
                <a:ext cx="206994" cy="206994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</p:grpSp>
      </p:grp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BB8238E-12F9-364B-B2F9-8F82CC3B2E53}"/>
              </a:ext>
            </a:extLst>
          </p:cNvPr>
          <p:cNvSpPr/>
          <p:nvPr/>
        </p:nvSpPr>
        <p:spPr>
          <a:xfrm>
            <a:off x="1706129" y="3263757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2008</a:t>
            </a:r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54E6560D-09DC-8F40-88BF-6C24EC744F6C}"/>
              </a:ext>
            </a:extLst>
          </p:cNvPr>
          <p:cNvGrpSpPr/>
          <p:nvPr/>
        </p:nvGrpSpPr>
        <p:grpSpPr>
          <a:xfrm>
            <a:off x="2362201" y="3232194"/>
            <a:ext cx="316547" cy="316547"/>
            <a:chOff x="762004" y="3201390"/>
            <a:chExt cx="457195" cy="457195"/>
          </a:xfrm>
        </p:grpSpPr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10761E6A-146D-5448-A2D6-896D94765F0D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BC2EE945-B71F-7C42-93AF-E59B57B58690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06C6A8DE-A5A2-D94D-96A1-77267DFF3374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53F20DC-295E-9C48-A8FA-8BAE89F7268B}"/>
              </a:ext>
            </a:extLst>
          </p:cNvPr>
          <p:cNvSpPr/>
          <p:nvPr/>
        </p:nvSpPr>
        <p:spPr>
          <a:xfrm>
            <a:off x="2926956" y="3253043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2010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5BAC40A4-15DC-F44A-AA77-BB65F9F4BE87}"/>
              </a:ext>
            </a:extLst>
          </p:cNvPr>
          <p:cNvSpPr/>
          <p:nvPr/>
        </p:nvSpPr>
        <p:spPr>
          <a:xfrm>
            <a:off x="4038221" y="3272976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2011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F74951E1-71CF-C141-BA59-B5D1058F66F2}"/>
              </a:ext>
            </a:extLst>
          </p:cNvPr>
          <p:cNvSpPr/>
          <p:nvPr/>
        </p:nvSpPr>
        <p:spPr>
          <a:xfrm>
            <a:off x="4901029" y="3251281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2015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18B2F0F5-D578-214B-A291-49C76074F8F7}"/>
              </a:ext>
            </a:extLst>
          </p:cNvPr>
          <p:cNvSpPr/>
          <p:nvPr/>
        </p:nvSpPr>
        <p:spPr>
          <a:xfrm>
            <a:off x="6219956" y="3254171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2020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722967F-9B9F-8241-A29A-36E8E1D39804}"/>
              </a:ext>
            </a:extLst>
          </p:cNvPr>
          <p:cNvSpPr/>
          <p:nvPr/>
        </p:nvSpPr>
        <p:spPr>
          <a:xfrm>
            <a:off x="2276046" y="3253728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2009</a:t>
            </a:r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C82CE72F-B85D-F94A-BCD9-E9E2B4C50AD2}"/>
              </a:ext>
            </a:extLst>
          </p:cNvPr>
          <p:cNvGrpSpPr/>
          <p:nvPr/>
        </p:nvGrpSpPr>
        <p:grpSpPr>
          <a:xfrm>
            <a:off x="3574613" y="3236896"/>
            <a:ext cx="316547" cy="316547"/>
            <a:chOff x="762004" y="3201390"/>
            <a:chExt cx="457195" cy="457195"/>
          </a:xfrm>
        </p:grpSpPr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D9FB6B5B-5957-2540-A43A-A43427C58A3D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B5717212-7438-3145-8917-3D232DE5D4A5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45723BD0-741E-AB48-93EE-F1C23CB01B0A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sp>
        <p:nvSpPr>
          <p:cNvPr id="251" name="Text Placeholder 32">
            <a:extLst>
              <a:ext uri="{FF2B5EF4-FFF2-40B4-BE49-F238E27FC236}">
                <a16:creationId xmlns:a16="http://schemas.microsoft.com/office/drawing/2014/main" id="{AE9A7C24-600B-A644-9843-DB490C290712}"/>
              </a:ext>
            </a:extLst>
          </p:cNvPr>
          <p:cNvSpPr txBox="1">
            <a:spLocks/>
          </p:cNvSpPr>
          <p:nvPr/>
        </p:nvSpPr>
        <p:spPr>
          <a:xfrm>
            <a:off x="9498837" y="1526356"/>
            <a:ext cx="1266295" cy="1160023"/>
          </a:xfrm>
          <a:prstGeom prst="rect">
            <a:avLst/>
          </a:prstGeom>
          <a:ln w="63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84">
              <a:defRPr/>
            </a:pPr>
            <a:r>
              <a:rPr lang="en-US">
                <a:solidFill>
                  <a:prstClr val="white"/>
                </a:solidFill>
                <a:sym typeface="Arial"/>
              </a:rPr>
              <a:t>2024- 2026</a:t>
            </a:r>
          </a:p>
          <a:p>
            <a:pPr defTabSz="914384">
              <a:defRPr/>
            </a:pPr>
            <a:r>
              <a:rPr lang="en-US">
                <a:solidFill>
                  <a:prstClr val="white"/>
                </a:solidFill>
                <a:sym typeface="Arial"/>
              </a:rPr>
              <a:t> DoD HVRR Rotating Detonation Rocket Engine  (RDRE)  Test Vehicle Design and build USAF contracts</a:t>
            </a:r>
          </a:p>
          <a:p>
            <a:pPr defTabSz="914384">
              <a:defRPr/>
            </a:pPr>
            <a:endParaRPr lang="en-US">
              <a:solidFill>
                <a:prstClr val="white"/>
              </a:solidFill>
              <a:sym typeface="Arial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11FB1975-BA6E-DE4B-8E83-466C3A74FE60}"/>
              </a:ext>
            </a:extLst>
          </p:cNvPr>
          <p:cNvSpPr/>
          <p:nvPr/>
        </p:nvSpPr>
        <p:spPr>
          <a:xfrm>
            <a:off x="8134217" y="3631748"/>
            <a:ext cx="1334123" cy="105413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 defTabSz="914384">
              <a:defRPr/>
            </a:pPr>
            <a:r>
              <a:rPr lang="en-US" sz="1250" kern="0" dirty="0">
                <a:solidFill>
                  <a:prstClr val="white"/>
                </a:solidFill>
                <a:latin typeface="Arial"/>
                <a:cs typeface="Arial"/>
                <a:sym typeface="Arial"/>
              </a:rPr>
              <a:t>Our OTV-prop </a:t>
            </a:r>
            <a:r>
              <a:rPr lang="en-US" sz="1250" kern="0">
                <a:solidFill>
                  <a:prstClr val="white"/>
                </a:solidFill>
                <a:latin typeface="Arial"/>
                <a:cs typeface="Arial"/>
                <a:sym typeface="Arial"/>
              </a:rPr>
              <a:t>solutions offer </a:t>
            </a:r>
            <a:r>
              <a:rPr lang="en-US" sz="1250" kern="0" dirty="0">
                <a:solidFill>
                  <a:prstClr val="white"/>
                </a:solidFill>
                <a:latin typeface="Arial"/>
                <a:cs typeface="Arial"/>
                <a:sym typeface="Arial"/>
              </a:rPr>
              <a:t>LEO → Moon → Earth round-</a:t>
            </a:r>
            <a:r>
              <a:rPr lang="en-US" sz="1250" kern="0">
                <a:solidFill>
                  <a:prstClr val="white"/>
                </a:solidFill>
                <a:latin typeface="Arial"/>
                <a:cs typeface="Arial"/>
                <a:sym typeface="Arial"/>
              </a:rPr>
              <a:t>trip capability — </a:t>
            </a:r>
            <a:endParaRPr lang="en-US" sz="1250" kern="0">
              <a:solidFill>
                <a:prstClr val="white"/>
              </a:solidFill>
              <a:latin typeface="Arial"/>
              <a:cs typeface="Arial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C3656ABF-70EF-9443-9EF2-413B04690662}"/>
              </a:ext>
            </a:extLst>
          </p:cNvPr>
          <p:cNvSpPr/>
          <p:nvPr/>
        </p:nvSpPr>
        <p:spPr>
          <a:xfrm>
            <a:off x="8847644" y="3773363"/>
            <a:ext cx="1240528" cy="779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84">
              <a:defRPr/>
            </a:pPr>
            <a:endParaRPr lang="en-US" sz="1200">
              <a:solidFill>
                <a:prstClr val="white"/>
              </a:solidFill>
              <a:latin typeface="Duplicate Sans Regular" pitchFamily="2" charset="77"/>
              <a:sym typeface="Arial"/>
            </a:endParaRPr>
          </a:p>
        </p:txBody>
      </p: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D15D6BF4-167C-5F43-BC13-1AE10135B4CA}"/>
              </a:ext>
            </a:extLst>
          </p:cNvPr>
          <p:cNvGrpSpPr/>
          <p:nvPr/>
        </p:nvGrpSpPr>
        <p:grpSpPr>
          <a:xfrm>
            <a:off x="7996302" y="3239386"/>
            <a:ext cx="316547" cy="316547"/>
            <a:chOff x="762004" y="3201390"/>
            <a:chExt cx="457195" cy="457195"/>
          </a:xfrm>
        </p:grpSpPr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0EBA82EF-90DF-C949-A572-8B891B919CC5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BF45D0EF-1392-1A45-8B4E-D29D6B5D2EC2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9939AA10-CC93-0B4F-878F-E5A13492A444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9EC73C57-A794-DC4B-9CF5-23A7AE0F778B}"/>
              </a:ext>
            </a:extLst>
          </p:cNvPr>
          <p:cNvGrpSpPr/>
          <p:nvPr/>
        </p:nvGrpSpPr>
        <p:grpSpPr>
          <a:xfrm>
            <a:off x="9414526" y="3232194"/>
            <a:ext cx="316547" cy="316547"/>
            <a:chOff x="762004" y="3201390"/>
            <a:chExt cx="457195" cy="457195"/>
          </a:xfrm>
        </p:grpSpPr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2F25265E-6CD1-E440-9FC4-1B084319A2C0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208ED91F-5499-2A4F-9FA5-27A8807CBC6F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E05CB889-36C7-8247-B86E-3E7299CC1E2F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18F5F1E8-56A8-A947-BB79-8D974A5CFD0E}"/>
              </a:ext>
            </a:extLst>
          </p:cNvPr>
          <p:cNvGrpSpPr/>
          <p:nvPr/>
        </p:nvGrpSpPr>
        <p:grpSpPr>
          <a:xfrm>
            <a:off x="10042221" y="3227067"/>
            <a:ext cx="316547" cy="316547"/>
            <a:chOff x="762004" y="3201390"/>
            <a:chExt cx="457195" cy="457195"/>
          </a:xfrm>
        </p:grpSpPr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D5172C26-1DE0-A14E-913C-EE1154E0EDE1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1A82AEBA-6330-2944-9C7E-0C5AE2F5F3DB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52C75B2C-3FFA-B449-B2AC-3FEA196521C5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8B7F783A-0E54-0B4D-9CA1-41D280D15DCA}"/>
              </a:ext>
            </a:extLst>
          </p:cNvPr>
          <p:cNvCxnSpPr>
            <a:cxnSpLocks/>
          </p:cNvCxnSpPr>
          <p:nvPr/>
        </p:nvCxnSpPr>
        <p:spPr>
          <a:xfrm flipH="1">
            <a:off x="8161210" y="2991244"/>
            <a:ext cx="127638" cy="270647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BD255554-5765-6A42-9AEF-A854CB2E4B77}"/>
              </a:ext>
            </a:extLst>
          </p:cNvPr>
          <p:cNvGrpSpPr/>
          <p:nvPr/>
        </p:nvGrpSpPr>
        <p:grpSpPr>
          <a:xfrm>
            <a:off x="11179459" y="3217498"/>
            <a:ext cx="316547" cy="316547"/>
            <a:chOff x="762004" y="3201390"/>
            <a:chExt cx="457195" cy="457195"/>
          </a:xfrm>
        </p:grpSpPr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C75C9E9B-B4CC-C44E-9409-B4815E1C67D4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35746170-F290-7B4F-B385-FDAACCF0043B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433D9D9F-FD1B-B842-9732-4EEA47544236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E6259372-27C7-3E40-8925-123E12025AA1}"/>
              </a:ext>
            </a:extLst>
          </p:cNvPr>
          <p:cNvCxnSpPr>
            <a:cxnSpLocks/>
            <a:endCxn id="292" idx="0"/>
          </p:cNvCxnSpPr>
          <p:nvPr/>
        </p:nvCxnSpPr>
        <p:spPr>
          <a:xfrm>
            <a:off x="11337731" y="2955686"/>
            <a:ext cx="0" cy="274674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36BE18A3-4514-3347-8214-E5D48A9BFE9A}"/>
              </a:ext>
            </a:extLst>
          </p:cNvPr>
          <p:cNvCxnSpPr>
            <a:cxnSpLocks/>
          </p:cNvCxnSpPr>
          <p:nvPr/>
        </p:nvCxnSpPr>
        <p:spPr>
          <a:xfrm flipH="1">
            <a:off x="10016750" y="3525848"/>
            <a:ext cx="183743" cy="287986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648C29CE-FB8E-5E4F-84DA-95682D56AD80}"/>
              </a:ext>
            </a:extLst>
          </p:cNvPr>
          <p:cNvCxnSpPr>
            <a:cxnSpLocks/>
          </p:cNvCxnSpPr>
          <p:nvPr/>
        </p:nvCxnSpPr>
        <p:spPr>
          <a:xfrm flipH="1">
            <a:off x="8154574" y="2981601"/>
            <a:ext cx="127638" cy="270647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Rectangle 299">
            <a:extLst>
              <a:ext uri="{FF2B5EF4-FFF2-40B4-BE49-F238E27FC236}">
                <a16:creationId xmlns:a16="http://schemas.microsoft.com/office/drawing/2014/main" id="{688ADBD0-F6F6-5B47-BEDC-BBDC8D2F5769}"/>
              </a:ext>
            </a:extLst>
          </p:cNvPr>
          <p:cNvSpPr/>
          <p:nvPr/>
        </p:nvSpPr>
        <p:spPr>
          <a:xfrm>
            <a:off x="7092446" y="3287439"/>
            <a:ext cx="498855" cy="229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84">
              <a:lnSpc>
                <a:spcPts val="1040"/>
              </a:lnSpc>
              <a:defRPr/>
            </a:pPr>
            <a:r>
              <a:rPr lang="en-US" sz="120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2021</a:t>
            </a: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DC9FD511-7686-B340-A416-A64F8695C442}"/>
              </a:ext>
            </a:extLst>
          </p:cNvPr>
          <p:cNvSpPr/>
          <p:nvPr/>
        </p:nvSpPr>
        <p:spPr>
          <a:xfrm>
            <a:off x="8586455" y="3268899"/>
            <a:ext cx="498855" cy="229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84">
              <a:lnSpc>
                <a:spcPts val="1040"/>
              </a:lnSpc>
              <a:defRPr/>
            </a:pPr>
            <a:r>
              <a:rPr lang="en-US" sz="120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2022</a:t>
            </a: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442170F4-67F0-4342-8142-5D9F8AE7E40F}"/>
              </a:ext>
            </a:extLst>
          </p:cNvPr>
          <p:cNvSpPr/>
          <p:nvPr/>
        </p:nvSpPr>
        <p:spPr>
          <a:xfrm>
            <a:off x="9135323" y="3212412"/>
            <a:ext cx="58418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84">
              <a:defRPr/>
            </a:pPr>
            <a:r>
              <a:rPr lang="en-US" sz="120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2023</a:t>
            </a: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78D77BE1-AF61-BE41-A676-3C7D6E1C469B}"/>
              </a:ext>
            </a:extLst>
          </p:cNvPr>
          <p:cNvSpPr/>
          <p:nvPr/>
        </p:nvSpPr>
        <p:spPr>
          <a:xfrm>
            <a:off x="10663179" y="3217498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2025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0C43A2BF-7A99-3645-B2BE-53801B2A24FE}"/>
              </a:ext>
            </a:extLst>
          </p:cNvPr>
          <p:cNvSpPr/>
          <p:nvPr/>
        </p:nvSpPr>
        <p:spPr>
          <a:xfrm>
            <a:off x="11291931" y="3221065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2028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CFDA4803-78DB-4A0E-A6D6-26120D77239F}"/>
              </a:ext>
            </a:extLst>
          </p:cNvPr>
          <p:cNvSpPr/>
          <p:nvPr/>
        </p:nvSpPr>
        <p:spPr>
          <a:xfrm>
            <a:off x="5616967" y="3247829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2018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FC0E91F2-7D3C-474D-8771-F722E0D6EB75}"/>
              </a:ext>
            </a:extLst>
          </p:cNvPr>
          <p:cNvSpPr/>
          <p:nvPr/>
        </p:nvSpPr>
        <p:spPr>
          <a:xfrm>
            <a:off x="7926328" y="3278193"/>
            <a:ext cx="498855" cy="229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84">
              <a:lnSpc>
                <a:spcPts val="1040"/>
              </a:lnSpc>
              <a:defRPr/>
            </a:pPr>
            <a:r>
              <a:rPr lang="en-US" sz="120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2021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5EA59299-CC01-4EFE-87E4-CA82C673B0CE}"/>
              </a:ext>
            </a:extLst>
          </p:cNvPr>
          <p:cNvSpPr/>
          <p:nvPr/>
        </p:nvSpPr>
        <p:spPr>
          <a:xfrm>
            <a:off x="9879407" y="3230360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2024</a:t>
            </a:r>
          </a:p>
        </p:txBody>
      </p:sp>
      <p:sp>
        <p:nvSpPr>
          <p:cNvPr id="160" name="Text Placeholder 32">
            <a:extLst>
              <a:ext uri="{FF2B5EF4-FFF2-40B4-BE49-F238E27FC236}">
                <a16:creationId xmlns:a16="http://schemas.microsoft.com/office/drawing/2014/main" id="{0CF02F89-8E9B-4CEF-9BB4-943DA2C9D5B2}"/>
              </a:ext>
            </a:extLst>
          </p:cNvPr>
          <p:cNvSpPr txBox="1">
            <a:spLocks/>
          </p:cNvSpPr>
          <p:nvPr/>
        </p:nvSpPr>
        <p:spPr>
          <a:xfrm>
            <a:off x="11092268" y="1526356"/>
            <a:ext cx="1070196" cy="3045841"/>
          </a:xfrm>
          <a:prstGeom prst="rect">
            <a:avLst/>
          </a:prstGeom>
          <a:ln w="63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84">
              <a:defRPr/>
            </a:pPr>
            <a:r>
              <a:rPr lang="en-US">
                <a:solidFill>
                  <a:prstClr val="white"/>
                </a:solidFill>
                <a:sym typeface="Arial"/>
              </a:rPr>
              <a:t>2026+</a:t>
            </a:r>
            <a:r>
              <a:rPr lang="en-US" sz="1255">
                <a:solidFill>
                  <a:prstClr val="white"/>
                </a:solidFill>
                <a:highlight>
                  <a:srgbClr val="000000"/>
                </a:highlight>
                <a:latin typeface="Metrophobic" panose="020B0604020202020204" charset="0"/>
                <a:sym typeface="Arial"/>
              </a:rPr>
              <a:t> Technology and Reputation Risk Reduction flights testing your hardware and software on our Reusable Rockets</a:t>
            </a:r>
            <a:endParaRPr lang="en-US" sz="1255" kern="0">
              <a:solidFill>
                <a:prstClr val="white"/>
              </a:solidFill>
              <a:highlight>
                <a:srgbClr val="000000"/>
              </a:highlight>
              <a:latin typeface="Metrophobic" panose="020B0604020202020204" charset="0"/>
              <a:cs typeface="Arial"/>
              <a:sym typeface="Arial"/>
            </a:endParaRPr>
          </a:p>
          <a:p>
            <a:pPr defTabSz="914384">
              <a:defRPr/>
            </a:pPr>
            <a:endParaRPr lang="en-US">
              <a:solidFill>
                <a:prstClr val="white"/>
              </a:solidFill>
              <a:sym typeface="Arial"/>
            </a:endParaRPr>
          </a:p>
          <a:p>
            <a:pPr defTabSz="914384">
              <a:defRPr/>
            </a:pPr>
            <a:endParaRPr lang="en-US">
              <a:solidFill>
                <a:prstClr val="white"/>
              </a:solidFill>
              <a:sym typeface="Arial"/>
            </a:endParaRPr>
          </a:p>
        </p:txBody>
      </p:sp>
      <p:graphicFrame>
        <p:nvGraphicFramePr>
          <p:cNvPr id="163" name="Diagram 162">
            <a:extLst>
              <a:ext uri="{FF2B5EF4-FFF2-40B4-BE49-F238E27FC236}">
                <a16:creationId xmlns:a16="http://schemas.microsoft.com/office/drawing/2014/main" id="{C21A2781-ED4C-4A0E-85F0-6B164897928F}"/>
              </a:ext>
            </a:extLst>
          </p:cNvPr>
          <p:cNvGraphicFramePr/>
          <p:nvPr/>
        </p:nvGraphicFramePr>
        <p:xfrm>
          <a:off x="9421006" y="3694336"/>
          <a:ext cx="2770995" cy="1563231"/>
        </p:xfrm>
        <a:graphic>
          <a:graphicData uri="http://schemas.openxmlformats.org/drawingml/2006/diagram">
            <dgm:relIds xmlns:dgm="http://schemas.openxmlformats.org/drawingml/2006/diagram" r:dm="rId23" r:lo="rId26" r:qs="rId25" r:cs="rId24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FA09F6A-F480-CDF0-6206-3AB973FE458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5285" y="32910"/>
            <a:ext cx="960829" cy="1085830"/>
          </a:xfrm>
          <a:prstGeom prst="rect">
            <a:avLst/>
          </a:prstGeom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40277BD2-187A-4E98-BAC5-DE88605E7A12}"/>
              </a:ext>
            </a:extLst>
          </p:cNvPr>
          <p:cNvSpPr txBox="1">
            <a:spLocks/>
          </p:cNvSpPr>
          <p:nvPr/>
        </p:nvSpPr>
        <p:spPr>
          <a:xfrm>
            <a:off x="8234467" y="1706300"/>
            <a:ext cx="962446" cy="837037"/>
          </a:xfrm>
          <a:prstGeom prst="rect">
            <a:avLst/>
          </a:prstGeom>
          <a:ln w="63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84">
              <a:defRPr/>
            </a:pPr>
            <a:r>
              <a:rPr lang="en-US">
                <a:solidFill>
                  <a:prstClr val="white"/>
                </a:solidFill>
                <a:sym typeface="Arial"/>
              </a:rPr>
              <a:t>2022 USAF Contract for Hypersonic Reusable Launch Vehicle</a:t>
            </a:r>
            <a:endParaRPr lang="en-US">
              <a:solidFill>
                <a:prstClr val="white"/>
              </a:solidFill>
              <a:latin typeface="Duplicate Sans Medium" pitchFamily="2" charset="77"/>
              <a:sym typeface="Arial"/>
            </a:endParaRPr>
          </a:p>
          <a:p>
            <a:pPr defTabSz="914384">
              <a:defRPr/>
            </a:pPr>
            <a:endParaRPr lang="en-US">
              <a:solidFill>
                <a:prstClr val="white"/>
              </a:solidFill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118035-92F0-DE36-0AF3-1DB24D9EEB4F}"/>
              </a:ext>
            </a:extLst>
          </p:cNvPr>
          <p:cNvSpPr txBox="1"/>
          <p:nvPr/>
        </p:nvSpPr>
        <p:spPr>
          <a:xfrm>
            <a:off x="9495868" y="6373632"/>
            <a:ext cx="2781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84">
              <a:defRPr/>
            </a:pPr>
            <a:r>
              <a:rPr lang="en-US" sz="1200">
                <a:solidFill>
                  <a:prstClr val="white"/>
                </a:solidFill>
                <a:latin typeface="Calibri" panose="020F0502020204030204"/>
                <a:cs typeface="Arial"/>
                <a:sym typeface="Arial"/>
              </a:rPr>
              <a:t>Working with companies like Vaya Space </a:t>
            </a:r>
          </a:p>
          <a:p>
            <a:pPr algn="ctr" defTabSz="914384">
              <a:defRPr/>
            </a:pPr>
            <a:r>
              <a:rPr lang="en-US" sz="1200">
                <a:solidFill>
                  <a:prstClr val="white"/>
                </a:solidFill>
                <a:latin typeface="Calibri" panose="020F0502020204030204"/>
                <a:cs typeface="Arial"/>
                <a:sym typeface="Arial"/>
              </a:rPr>
              <a:t>and others Derisking Orbital access.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EE4A3B-D5AA-4F4B-A889-F56EFE3A7470}"/>
              </a:ext>
            </a:extLst>
          </p:cNvPr>
          <p:cNvSpPr txBox="1"/>
          <p:nvPr/>
        </p:nvSpPr>
        <p:spPr>
          <a:xfrm>
            <a:off x="58713" y="4973180"/>
            <a:ext cx="8319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4">
              <a:defRPr/>
            </a:pPr>
            <a:r>
              <a:rPr lang="en-US" b="1" i="1">
                <a:solidFill>
                  <a:schemeClr val="accent4"/>
                </a:solidFill>
                <a:latin typeface="Calibri" panose="020F0502020204030204"/>
                <a:cs typeface="Arial"/>
                <a:sym typeface="Arial"/>
              </a:rPr>
              <a:t>Our Competitive Advantage is demonstrated by what our team has already done: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C6D4545-A6A0-F897-B145-AE8C73F5B6A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52463" y="10630"/>
            <a:ext cx="759043" cy="15033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55E2522-B5B3-E9FC-1806-6635BB414F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4531" y="4828651"/>
            <a:ext cx="1354444" cy="199644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A86C673-172A-47AC-79A0-C3126C51D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881057" y="512031"/>
            <a:ext cx="1503300" cy="463880"/>
          </a:xfrm>
          <a:prstGeom prst="rect">
            <a:avLst/>
          </a:prstGeom>
        </p:spPr>
      </p:pic>
      <p:pic>
        <p:nvPicPr>
          <p:cNvPr id="8" name="Picture 7" descr="A person standing next to a large machine&#10;&#10;AI-generated content may be incorrect.">
            <a:extLst>
              <a:ext uri="{FF2B5EF4-FFF2-40B4-BE49-F238E27FC236}">
                <a16:creationId xmlns:a16="http://schemas.microsoft.com/office/drawing/2014/main" id="{14B418F9-FD1A-F95A-143D-CF5E11B9C6F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38741" y="5078258"/>
            <a:ext cx="1745471" cy="1309104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