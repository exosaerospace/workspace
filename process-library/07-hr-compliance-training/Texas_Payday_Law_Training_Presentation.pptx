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1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5" Type="http://schemas.openxmlformats.org/officeDocument/2006/relationships/customXml" Target="../customXml/item3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Texas Payday Law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Texas Payday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training will cover:</a:t>
            </a:r>
          </a:p>
          <a:p>
            <a:r>
              <a:t>- Overview of the Texas Payday Law</a:t>
            </a:r>
          </a:p>
          <a:p>
            <a:r>
              <a:t>- Timely payment of wages</a:t>
            </a:r>
          </a:p>
          <a:p>
            <a:r>
              <a:t>- Permissible wage deductions</a:t>
            </a:r>
          </a:p>
          <a:p>
            <a:r>
              <a:t>- Record-keeping requirements</a:t>
            </a:r>
          </a:p>
          <a:p>
            <a:r>
              <a:t>- Consequences of non-compliance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Timely Payment of Wages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Employers must pay employees at least twice a month for non-exempt employees, and once a month for exempt employees. Final paychecks for terminated employees must be issued within 6 days (if terminated by the employer) or the next payday (if the employee resigns).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Permissible Wage Deductions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Deductions from wages are only allowed if they are:</a:t>
            </a:r>
          </a:p>
          <a:p>
            <a:r>
              <a:t>- Ordered by a court</a:t>
            </a:r>
          </a:p>
          <a:p>
            <a:r>
              <a:t>- Authorized by state or federal law (e.g., taxes)</a:t>
            </a:r>
          </a:p>
          <a:p>
            <a:r>
              <a:t>- Authorized in writing by the employee for a lawful purpose (e.g., health insurance premiums)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Record-Keeping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Employers must keep accurate records of:</a:t>
            </a:r>
          </a:p>
          <a:p>
            <a:r>
              <a:t>- Hours worked by non-exempt employees</a:t>
            </a:r>
          </a:p>
          <a:p>
            <a:r>
              <a:t>- Wages paid to all employees</a:t>
            </a:r>
          </a:p>
          <a:p>
            <a:r>
              <a:t>- Any deductions made from wages</a:t>
            </a:r>
          </a:p>
          <a:p>
            <a:r>
              <a:t>These records must be kept for at least 3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Consequences of Non-Compliance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Failure to comply with the Texas Payday Law can result in:</a:t>
            </a:r>
          </a:p>
          <a:p>
            <a:r>
              <a:t>- Penalties imposed by the Texas Workforce Commission</a:t>
            </a:r>
          </a:p>
          <a:p>
            <a:r>
              <a:t>- Legal action taken by employees</a:t>
            </a:r>
          </a:p>
          <a:p>
            <a:r>
              <a:t>- Damage to the company’s reputation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0" ma:contentTypeDescription="Create a new document." ma:contentTypeScope="" ma:versionID="e6d4bfeaac68fd51c27ad90f170846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02BEFA-56F2-4F63-B1F3-4DF0BCAAC9A0}"/>
</file>

<file path=customXml/itemProps2.xml><?xml version="1.0" encoding="utf-8"?>
<ds:datastoreItem xmlns:ds="http://schemas.openxmlformats.org/officeDocument/2006/customXml" ds:itemID="{68CE1076-10CA-4CC4-8FB6-496DBA5543FF}"/>
</file>

<file path=customXml/itemProps3.xml><?xml version="1.0" encoding="utf-8"?>
<ds:datastoreItem xmlns:ds="http://schemas.openxmlformats.org/officeDocument/2006/customXml" ds:itemID="{31B659EA-6353-4EDA-930C-459B53BAEFF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</Properties>
</file>