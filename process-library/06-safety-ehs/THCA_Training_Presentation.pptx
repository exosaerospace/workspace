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5" Type="http://schemas.openxmlformats.org/officeDocument/2006/relationships/customXml" Target="../customXml/item2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Texas Hazard Communication Act (THCA)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the Texas Hazard Communication Act (THCA)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training will cover:</a:t>
            </a:r>
          </a:p>
          <a:p>
            <a:r>
              <a:t>- Overview of the THCA</a:t>
            </a:r>
          </a:p>
          <a:p>
            <a:r>
              <a:t>- Identifying hazardous chemicals</a:t>
            </a:r>
          </a:p>
          <a:p>
            <a:r>
              <a:t>- Proper handling and storage</a:t>
            </a:r>
          </a:p>
          <a:p>
            <a:r>
              <a:t>- Safety measures and PPE</a:t>
            </a:r>
          </a:p>
          <a:p>
            <a:r>
              <a:t>- Understanding Safety Data Sheets (SDS)</a:t>
            </a:r>
          </a:p>
          <a:p>
            <a:r>
              <a:t>- Emergency procedures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Hazardous Chemicals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Hazardous chemicals can include:</a:t>
            </a:r>
          </a:p>
          <a:p>
            <a:r>
              <a:t>- Flammable materials</a:t>
            </a:r>
          </a:p>
          <a:p>
            <a:r>
              <a:t>- Toxic substances</a:t>
            </a:r>
          </a:p>
          <a:p>
            <a:r>
              <a:t>- Corrosives</a:t>
            </a:r>
          </a:p>
          <a:p>
            <a:r>
              <a:t>- Reactives</a:t>
            </a:r>
          </a:p>
          <a:p>
            <a:r>
              <a:t>Look for labels, symbols, and warnings on containers and SDS.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 Handling and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handling hazardous chemicals:</a:t>
            </a:r>
          </a:p>
          <a:p>
            <a:r>
              <a:t>- Always wear appropriate PPE</a:t>
            </a:r>
          </a:p>
          <a:p>
            <a:r>
              <a:t>- Follow safe handling procedures</a:t>
            </a:r>
          </a:p>
          <a:p>
            <a:r>
              <a:t>- Store chemicals in designated areas</a:t>
            </a:r>
          </a:p>
          <a:p>
            <a:r>
              <a:t>- Keep containers tightly sealed when not in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Measures and Personal Protective Equipment (PPE)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Safety measures include:</a:t>
            </a:r>
          </a:p>
          <a:p>
            <a:r>
              <a:t>- Using appropriate PPE (gloves, goggles, respirators)</a:t>
            </a:r>
          </a:p>
          <a:p>
            <a:r>
              <a:t>- Ensuring proper ventilation</a:t>
            </a:r>
          </a:p>
          <a:p>
            <a:r>
              <a:t>- Regularly inspecting PPE for damage</a:t>
            </a:r>
          </a:p>
          <a:p>
            <a:r>
              <a:t>- Knowing emergency procedures.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Safety Data Sheets (SDS)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SDS provide detailed information about hazardous chemicals, including:</a:t>
            </a:r>
          </a:p>
          <a:p>
            <a:r>
              <a:t>- Hazard identification</a:t>
            </a:r>
          </a:p>
          <a:p>
            <a:r>
              <a:t>- First-aid measures</a:t>
            </a:r>
          </a:p>
          <a:p>
            <a:r>
              <a:t>- Handling and storage instructions</a:t>
            </a:r>
          </a:p>
          <a:p>
            <a:r>
              <a:t>- Exposure controls and PPE</a:t>
            </a:r>
          </a:p>
          <a:p>
            <a:r>
              <a:t>Always review the SDS before using a chemical.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Procedures for Chemical Spills or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case of a chemical spill or exposure:</a:t>
            </a:r>
          </a:p>
          <a:p>
            <a:r>
              <a:t>- Evacuate the area if necessary</a:t>
            </a:r>
          </a:p>
          <a:p>
            <a:r>
              <a:t>- Follow the emergency procedures outlined in the SDS</a:t>
            </a:r>
          </a:p>
          <a:p>
            <a:r>
              <a:t>- Report the incident immediately</a:t>
            </a:r>
          </a:p>
          <a:p>
            <a:r>
              <a:t>- Use appropriate spill kits and PPE to clean up if safe to do 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0" ma:contentTypeDescription="Create a new document." ma:contentTypeScope="" ma:versionID="e6d4bfeaac68fd51c27ad90f170846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312FE3-6B55-4D38-9ADA-4946CD3E393C}"/>
</file>

<file path=customXml/itemProps2.xml><?xml version="1.0" encoding="utf-8"?>
<ds:datastoreItem xmlns:ds="http://schemas.openxmlformats.org/officeDocument/2006/customXml" ds:itemID="{88DC18E7-4317-43CE-AF96-2F27B276C346}"/>
</file>

<file path=customXml/itemProps3.xml><?xml version="1.0" encoding="utf-8"?>
<ds:datastoreItem xmlns:ds="http://schemas.openxmlformats.org/officeDocument/2006/customXml" ds:itemID="{034F73B0-37BD-44E5-8A7A-CBF3992C24B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</Properties>
</file>