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Milburn" userId="20f09d6f-4278-439c-b0a7-29fd49a22012" providerId="ADAL" clId="{54FB4CF9-405C-490D-A9A0-0E4776F39FA7}"/>
    <pc:docChg chg="undo custSel addSld delSld modSld sldOrd">
      <pc:chgData name="Neil Milburn" userId="20f09d6f-4278-439c-b0a7-29fd49a22012" providerId="ADAL" clId="{54FB4CF9-405C-490D-A9A0-0E4776F39FA7}" dt="2026-03-26T18:34:19.855" v="8886"/>
      <pc:docMkLst>
        <pc:docMk/>
      </pc:docMkLst>
      <pc:sldChg chg="modSp mod modAnim">
        <pc:chgData name="Neil Milburn" userId="20f09d6f-4278-439c-b0a7-29fd49a22012" providerId="ADAL" clId="{54FB4CF9-405C-490D-A9A0-0E4776F39FA7}" dt="2026-03-26T17:16:26.728" v="7843"/>
        <pc:sldMkLst>
          <pc:docMk/>
          <pc:sldMk cId="1103478984" sldId="256"/>
        </pc:sldMkLst>
        <pc:spChg chg="mod">
          <ac:chgData name="Neil Milburn" userId="20f09d6f-4278-439c-b0a7-29fd49a22012" providerId="ADAL" clId="{54FB4CF9-405C-490D-A9A0-0E4776F39FA7}" dt="2026-03-26T13:46:58.910" v="1" actId="20577"/>
          <ac:spMkLst>
            <pc:docMk/>
            <pc:sldMk cId="1103478984" sldId="256"/>
            <ac:spMk id="8" creationId="{420617D7-43C4-0FD5-221D-29C88FD6ABD5}"/>
          </ac:spMkLst>
        </pc:spChg>
      </pc:sldChg>
      <pc:sldChg chg="modSp mod modAnim">
        <pc:chgData name="Neil Milburn" userId="20f09d6f-4278-439c-b0a7-29fd49a22012" providerId="ADAL" clId="{54FB4CF9-405C-490D-A9A0-0E4776F39FA7}" dt="2026-03-26T17:19:06.430" v="7889" actId="20577"/>
        <pc:sldMkLst>
          <pc:docMk/>
          <pc:sldMk cId="595389411" sldId="258"/>
        </pc:sldMkLst>
        <pc:spChg chg="mod">
          <ac:chgData name="Neil Milburn" userId="20f09d6f-4278-439c-b0a7-29fd49a22012" providerId="ADAL" clId="{54FB4CF9-405C-490D-A9A0-0E4776F39FA7}" dt="2026-03-26T17:19:06.430" v="7889" actId="20577"/>
          <ac:spMkLst>
            <pc:docMk/>
            <pc:sldMk cId="595389411" sldId="258"/>
            <ac:spMk id="3" creationId="{EF6A643A-D2BB-2F56-EA92-BF9D5E9FD6CE}"/>
          </ac:spMkLst>
        </pc:spChg>
        <pc:spChg chg="mod">
          <ac:chgData name="Neil Milburn" userId="20f09d6f-4278-439c-b0a7-29fd49a22012" providerId="ADAL" clId="{54FB4CF9-405C-490D-A9A0-0E4776F39FA7}" dt="2026-03-26T13:47:38.066" v="2" actId="255"/>
          <ac:spMkLst>
            <pc:docMk/>
            <pc:sldMk cId="595389411" sldId="258"/>
            <ac:spMk id="6" creationId="{7B4CE3D6-5E3E-4E1B-77C6-7785626E38DE}"/>
          </ac:spMkLst>
        </pc:spChg>
      </pc:sldChg>
      <pc:sldChg chg="addSp delSp modSp mod modAnim">
        <pc:chgData name="Neil Milburn" userId="20f09d6f-4278-439c-b0a7-29fd49a22012" providerId="ADAL" clId="{54FB4CF9-405C-490D-A9A0-0E4776F39FA7}" dt="2026-03-26T17:19:54.544" v="7895"/>
        <pc:sldMkLst>
          <pc:docMk/>
          <pc:sldMk cId="2989437375" sldId="259"/>
        </pc:sldMkLst>
        <pc:spChg chg="add mod">
          <ac:chgData name="Neil Milburn" userId="20f09d6f-4278-439c-b0a7-29fd49a22012" providerId="ADAL" clId="{54FB4CF9-405C-490D-A9A0-0E4776F39FA7}" dt="2026-03-26T14:07:17.357" v="715" actId="1076"/>
          <ac:spMkLst>
            <pc:docMk/>
            <pc:sldMk cId="2989437375" sldId="259"/>
            <ac:spMk id="7" creationId="{1B4DC964-0622-88A1-8F06-8CA36FCD5591}"/>
          </ac:spMkLst>
        </pc:spChg>
        <pc:spChg chg="add mod">
          <ac:chgData name="Neil Milburn" userId="20f09d6f-4278-439c-b0a7-29fd49a22012" providerId="ADAL" clId="{54FB4CF9-405C-490D-A9A0-0E4776F39FA7}" dt="2026-03-26T14:08:00.804" v="717" actId="113"/>
          <ac:spMkLst>
            <pc:docMk/>
            <pc:sldMk cId="2989437375" sldId="259"/>
            <ac:spMk id="8" creationId="{1613ACDE-7B36-1D1B-1D69-FD3B780F7636}"/>
          </ac:spMkLst>
        </pc:spChg>
        <pc:spChg chg="add del mod">
          <ac:chgData name="Neil Milburn" userId="20f09d6f-4278-439c-b0a7-29fd49a22012" providerId="ADAL" clId="{54FB4CF9-405C-490D-A9A0-0E4776F39FA7}" dt="2026-03-26T14:02:40.535" v="591" actId="478"/>
          <ac:spMkLst>
            <pc:docMk/>
            <pc:sldMk cId="2989437375" sldId="259"/>
            <ac:spMk id="9" creationId="{13F81795-5230-248E-4B8B-34297BE1F938}"/>
          </ac:spMkLst>
        </pc:spChg>
        <pc:spChg chg="add del mod">
          <ac:chgData name="Neil Milburn" userId="20f09d6f-4278-439c-b0a7-29fd49a22012" providerId="ADAL" clId="{54FB4CF9-405C-490D-A9A0-0E4776F39FA7}" dt="2026-03-26T14:02:47.873" v="593" actId="478"/>
          <ac:spMkLst>
            <pc:docMk/>
            <pc:sldMk cId="2989437375" sldId="259"/>
            <ac:spMk id="10" creationId="{A6100C58-6DE1-A0CC-529E-20389C4E0CC6}"/>
          </ac:spMkLst>
        </pc:spChg>
        <pc:spChg chg="add del mod">
          <ac:chgData name="Neil Milburn" userId="20f09d6f-4278-439c-b0a7-29fd49a22012" providerId="ADAL" clId="{54FB4CF9-405C-490D-A9A0-0E4776F39FA7}" dt="2026-03-26T14:02:30.757" v="589" actId="478"/>
          <ac:spMkLst>
            <pc:docMk/>
            <pc:sldMk cId="2989437375" sldId="259"/>
            <ac:spMk id="11" creationId="{71EF8CF8-1FD4-A4EC-62F3-DDBDC3E53252}"/>
          </ac:spMkLst>
        </pc:spChg>
        <pc:spChg chg="add del mod">
          <ac:chgData name="Neil Milburn" userId="20f09d6f-4278-439c-b0a7-29fd49a22012" providerId="ADAL" clId="{54FB4CF9-405C-490D-A9A0-0E4776F39FA7}" dt="2026-03-26T14:02:12.028" v="587" actId="478"/>
          <ac:spMkLst>
            <pc:docMk/>
            <pc:sldMk cId="2989437375" sldId="259"/>
            <ac:spMk id="12" creationId="{3140B7B1-CEC1-1269-091B-6DC28F5F6225}"/>
          </ac:spMkLst>
        </pc:spChg>
        <pc:picChg chg="add del mod">
          <ac:chgData name="Neil Milburn" userId="20f09d6f-4278-439c-b0a7-29fd49a22012" providerId="ADAL" clId="{54FB4CF9-405C-490D-A9A0-0E4776F39FA7}" dt="2026-03-26T13:50:31.365" v="5" actId="478"/>
          <ac:picMkLst>
            <pc:docMk/>
            <pc:sldMk cId="2989437375" sldId="259"/>
            <ac:picMk id="4" creationId="{F7B04349-7CEF-3FE1-9302-C2E9A27E7894}"/>
          </ac:picMkLst>
        </pc:picChg>
        <pc:picChg chg="add del">
          <ac:chgData name="Neil Milburn" userId="20f09d6f-4278-439c-b0a7-29fd49a22012" providerId="ADAL" clId="{54FB4CF9-405C-490D-A9A0-0E4776F39FA7}" dt="2026-03-26T13:50:45.111" v="7" actId="478"/>
          <ac:picMkLst>
            <pc:docMk/>
            <pc:sldMk cId="2989437375" sldId="259"/>
            <ac:picMk id="5" creationId="{393F8E6E-534E-CF7D-2A15-7675898C5AE6}"/>
          </ac:picMkLst>
        </pc:picChg>
        <pc:picChg chg="add mod">
          <ac:chgData name="Neil Milburn" userId="20f09d6f-4278-439c-b0a7-29fd49a22012" providerId="ADAL" clId="{54FB4CF9-405C-490D-A9A0-0E4776F39FA7}" dt="2026-03-26T13:51:41.187" v="14" actId="14100"/>
          <ac:picMkLst>
            <pc:docMk/>
            <pc:sldMk cId="2989437375" sldId="259"/>
            <ac:picMk id="6" creationId="{E8AAC654-23AA-1CB6-7F0C-61BD9890801A}"/>
          </ac:picMkLst>
        </pc:picChg>
      </pc:sldChg>
      <pc:sldChg chg="addSp delSp modSp mod modAnim">
        <pc:chgData name="Neil Milburn" userId="20f09d6f-4278-439c-b0a7-29fd49a22012" providerId="ADAL" clId="{54FB4CF9-405C-490D-A9A0-0E4776F39FA7}" dt="2026-03-26T17:20:23.174" v="7899"/>
        <pc:sldMkLst>
          <pc:docMk/>
          <pc:sldMk cId="1156396256" sldId="260"/>
        </pc:sldMkLst>
        <pc:spChg chg="add del mod">
          <ac:chgData name="Neil Milburn" userId="20f09d6f-4278-439c-b0a7-29fd49a22012" providerId="ADAL" clId="{54FB4CF9-405C-490D-A9A0-0E4776F39FA7}" dt="2026-03-26T14:10:19.931" v="756"/>
          <ac:spMkLst>
            <pc:docMk/>
            <pc:sldMk cId="1156396256" sldId="260"/>
            <ac:spMk id="5" creationId="{44398ADC-3BCB-1535-528D-EF2B2C112D28}"/>
          </ac:spMkLst>
        </pc:spChg>
        <pc:spChg chg="add mod">
          <ac:chgData name="Neil Milburn" userId="20f09d6f-4278-439c-b0a7-29fd49a22012" providerId="ADAL" clId="{54FB4CF9-405C-490D-A9A0-0E4776F39FA7}" dt="2026-03-26T14:24:31.798" v="1623" actId="12788"/>
          <ac:spMkLst>
            <pc:docMk/>
            <pc:sldMk cId="1156396256" sldId="260"/>
            <ac:spMk id="6" creationId="{30176AAB-9488-BC9B-B7B5-BEB21E199071}"/>
          </ac:spMkLst>
        </pc:spChg>
        <pc:spChg chg="add mod">
          <ac:chgData name="Neil Milburn" userId="20f09d6f-4278-439c-b0a7-29fd49a22012" providerId="ADAL" clId="{54FB4CF9-405C-490D-A9A0-0E4776F39FA7}" dt="2026-03-26T14:20:25.146" v="1382" actId="113"/>
          <ac:spMkLst>
            <pc:docMk/>
            <pc:sldMk cId="1156396256" sldId="260"/>
            <ac:spMk id="7" creationId="{C42C8144-156E-D000-A20C-88A36620AED1}"/>
          </ac:spMkLst>
        </pc:spChg>
        <pc:spChg chg="add del mod">
          <ac:chgData name="Neil Milburn" userId="20f09d6f-4278-439c-b0a7-29fd49a22012" providerId="ADAL" clId="{54FB4CF9-405C-490D-A9A0-0E4776F39FA7}" dt="2026-03-26T14:23:56.307" v="1618" actId="478"/>
          <ac:spMkLst>
            <pc:docMk/>
            <pc:sldMk cId="1156396256" sldId="260"/>
            <ac:spMk id="8" creationId="{5EBEFBFE-B76C-0390-0BEB-6CD0822099CC}"/>
          </ac:spMkLst>
        </pc:spChg>
        <pc:spChg chg="add del mod">
          <ac:chgData name="Neil Milburn" userId="20f09d6f-4278-439c-b0a7-29fd49a22012" providerId="ADAL" clId="{54FB4CF9-405C-490D-A9A0-0E4776F39FA7}" dt="2026-03-26T14:24:08.087" v="1620" actId="478"/>
          <ac:spMkLst>
            <pc:docMk/>
            <pc:sldMk cId="1156396256" sldId="260"/>
            <ac:spMk id="9" creationId="{CDB3E60E-37F7-3637-6BD2-A9F1F0FFEC86}"/>
          </ac:spMkLst>
        </pc:spChg>
        <pc:picChg chg="mod">
          <ac:chgData name="Neil Milburn" userId="20f09d6f-4278-439c-b0a7-29fd49a22012" providerId="ADAL" clId="{54FB4CF9-405C-490D-A9A0-0E4776F39FA7}" dt="2026-03-26T14:20:49.908" v="1385" actId="1076"/>
          <ac:picMkLst>
            <pc:docMk/>
            <pc:sldMk cId="1156396256" sldId="260"/>
            <ac:picMk id="2" creationId="{77D828B7-17BA-6C6C-D1CF-402DEF5C56B4}"/>
          </ac:picMkLst>
        </pc:picChg>
        <pc:picChg chg="add mod">
          <ac:chgData name="Neil Milburn" userId="20f09d6f-4278-439c-b0a7-29fd49a22012" providerId="ADAL" clId="{54FB4CF9-405C-490D-A9A0-0E4776F39FA7}" dt="2026-03-26T16:46:12.370" v="6947" actId="1076"/>
          <ac:picMkLst>
            <pc:docMk/>
            <pc:sldMk cId="1156396256" sldId="260"/>
            <ac:picMk id="4" creationId="{C782678B-4EFF-F692-570A-E11CD4855311}"/>
          </ac:picMkLst>
        </pc:picChg>
      </pc:sldChg>
      <pc:sldChg chg="addSp delSp modSp add mod addAnim delAnim modAnim">
        <pc:chgData name="Neil Milburn" userId="20f09d6f-4278-439c-b0a7-29fd49a22012" providerId="ADAL" clId="{54FB4CF9-405C-490D-A9A0-0E4776F39FA7}" dt="2026-03-26T17:48:01.167" v="8005" actId="20577"/>
        <pc:sldMkLst>
          <pc:docMk/>
          <pc:sldMk cId="3314171533" sldId="261"/>
        </pc:sldMkLst>
        <pc:spChg chg="add mod">
          <ac:chgData name="Neil Milburn" userId="20f09d6f-4278-439c-b0a7-29fd49a22012" providerId="ADAL" clId="{54FB4CF9-405C-490D-A9A0-0E4776F39FA7}" dt="2026-03-26T14:26:33.768" v="1648" actId="1076"/>
          <ac:spMkLst>
            <pc:docMk/>
            <pc:sldMk cId="3314171533" sldId="261"/>
            <ac:spMk id="3" creationId="{9AB9C1CB-903C-A0FD-B60F-94B81A92F2D6}"/>
          </ac:spMkLst>
        </pc:spChg>
        <pc:spChg chg="add del mod">
          <ac:chgData name="Neil Milburn" userId="20f09d6f-4278-439c-b0a7-29fd49a22012" providerId="ADAL" clId="{54FB4CF9-405C-490D-A9A0-0E4776F39FA7}" dt="2026-03-26T14:27:33.709" v="1656"/>
          <ac:spMkLst>
            <pc:docMk/>
            <pc:sldMk cId="3314171533" sldId="261"/>
            <ac:spMk id="4" creationId="{46931B83-FA4E-E93D-86CE-7EC3D751075A}"/>
          </ac:spMkLst>
        </pc:spChg>
        <pc:spChg chg="add del mod">
          <ac:chgData name="Neil Milburn" userId="20f09d6f-4278-439c-b0a7-29fd49a22012" providerId="ADAL" clId="{54FB4CF9-405C-490D-A9A0-0E4776F39FA7}" dt="2026-03-26T14:27:41.730" v="1659" actId="478"/>
          <ac:spMkLst>
            <pc:docMk/>
            <pc:sldMk cId="3314171533" sldId="261"/>
            <ac:spMk id="5" creationId="{2BEE1EF4-3930-A985-2CCF-FBE11A7D3F74}"/>
          </ac:spMkLst>
        </pc:spChg>
        <pc:spChg chg="add del mod">
          <ac:chgData name="Neil Milburn" userId="20f09d6f-4278-439c-b0a7-29fd49a22012" providerId="ADAL" clId="{54FB4CF9-405C-490D-A9A0-0E4776F39FA7}" dt="2026-03-26T14:27:33.707" v="1654" actId="478"/>
          <ac:spMkLst>
            <pc:docMk/>
            <pc:sldMk cId="3314171533" sldId="261"/>
            <ac:spMk id="6" creationId="{B0D86F97-16AF-9426-D7F9-F49DA63CA88D}"/>
          </ac:spMkLst>
        </pc:spChg>
        <pc:spChg chg="add del mod">
          <ac:chgData name="Neil Milburn" userId="20f09d6f-4278-439c-b0a7-29fd49a22012" providerId="ADAL" clId="{54FB4CF9-405C-490D-A9A0-0E4776F39FA7}" dt="2026-03-26T17:48:01.167" v="8005" actId="20577"/>
          <ac:spMkLst>
            <pc:docMk/>
            <pc:sldMk cId="3314171533" sldId="261"/>
            <ac:spMk id="7" creationId="{8F8A2389-E1D9-ACE7-4D30-1A6C0375A609}"/>
          </ac:spMkLst>
        </pc:spChg>
        <pc:spChg chg="add del">
          <ac:chgData name="Neil Milburn" userId="20f09d6f-4278-439c-b0a7-29fd49a22012" providerId="ADAL" clId="{54FB4CF9-405C-490D-A9A0-0E4776F39FA7}" dt="2026-03-26T14:28:17.748" v="1666" actId="478"/>
          <ac:spMkLst>
            <pc:docMk/>
            <pc:sldMk cId="3314171533" sldId="261"/>
            <ac:spMk id="8" creationId="{1C9C4D69-21D7-0EF0-E123-4179AC85C108}"/>
          </ac:spMkLst>
        </pc:spChg>
        <pc:spChg chg="add del mod">
          <ac:chgData name="Neil Milburn" userId="20f09d6f-4278-439c-b0a7-29fd49a22012" providerId="ADAL" clId="{54FB4CF9-405C-490D-A9A0-0E4776F39FA7}" dt="2026-03-26T14:29:26.232" v="1678" actId="478"/>
          <ac:spMkLst>
            <pc:docMk/>
            <pc:sldMk cId="3314171533" sldId="261"/>
            <ac:spMk id="9" creationId="{C967B510-0FA5-6D02-0B75-AE2FEC69DCFE}"/>
          </ac:spMkLst>
        </pc:spChg>
        <pc:spChg chg="add del mod">
          <ac:chgData name="Neil Milburn" userId="20f09d6f-4278-439c-b0a7-29fd49a22012" providerId="ADAL" clId="{54FB4CF9-405C-490D-A9A0-0E4776F39FA7}" dt="2026-03-26T17:22:52.107" v="7909" actId="22"/>
          <ac:spMkLst>
            <pc:docMk/>
            <pc:sldMk cId="3314171533" sldId="261"/>
            <ac:spMk id="11" creationId="{1C03AAA3-9484-D3DF-923C-A8D8981C8337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4:32.121" v="8057" actId="20577"/>
        <pc:sldMkLst>
          <pc:docMk/>
          <pc:sldMk cId="2909250186" sldId="262"/>
        </pc:sldMkLst>
        <pc:spChg chg="mod">
          <ac:chgData name="Neil Milburn" userId="20f09d6f-4278-439c-b0a7-29fd49a22012" providerId="ADAL" clId="{54FB4CF9-405C-490D-A9A0-0E4776F39FA7}" dt="2026-03-26T17:54:32.121" v="8057" actId="20577"/>
          <ac:spMkLst>
            <pc:docMk/>
            <pc:sldMk cId="2909250186" sldId="262"/>
            <ac:spMk id="7" creationId="{FC478718-C6E3-B581-F756-FA4B45C43D34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31:44.973" v="7947"/>
        <pc:sldMkLst>
          <pc:docMk/>
          <pc:sldMk cId="2741110723" sldId="263"/>
        </pc:sldMkLst>
        <pc:spChg chg="mod">
          <ac:chgData name="Neil Milburn" userId="20f09d6f-4278-439c-b0a7-29fd49a22012" providerId="ADAL" clId="{54FB4CF9-405C-490D-A9A0-0E4776F39FA7}" dt="2026-03-26T15:41:19.325" v="4896" actId="113"/>
          <ac:spMkLst>
            <pc:docMk/>
            <pc:sldMk cId="2741110723" sldId="263"/>
            <ac:spMk id="7" creationId="{875AECBD-2757-5DD4-13BF-4F824E74C17C}"/>
          </ac:spMkLst>
        </pc:spChg>
      </pc:sldChg>
      <pc:sldChg chg="modSp add mod modAnim">
        <pc:chgData name="Neil Milburn" userId="20f09d6f-4278-439c-b0a7-29fd49a22012" providerId="ADAL" clId="{54FB4CF9-405C-490D-A9A0-0E4776F39FA7}" dt="2026-03-26T17:57:09.336" v="8059" actId="20577"/>
        <pc:sldMkLst>
          <pc:docMk/>
          <pc:sldMk cId="4221950700" sldId="264"/>
        </pc:sldMkLst>
        <pc:spChg chg="mod">
          <ac:chgData name="Neil Milburn" userId="20f09d6f-4278-439c-b0a7-29fd49a22012" providerId="ADAL" clId="{54FB4CF9-405C-490D-A9A0-0E4776F39FA7}" dt="2026-03-26T17:57:09.336" v="8059" actId="20577"/>
          <ac:spMkLst>
            <pc:docMk/>
            <pc:sldMk cId="4221950700" sldId="264"/>
            <ac:spMk id="7" creationId="{A69D693A-F77F-3178-884D-703971AD4E97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36:04.313" v="7978"/>
        <pc:sldMkLst>
          <pc:docMk/>
          <pc:sldMk cId="1707307395" sldId="265"/>
        </pc:sldMkLst>
        <pc:spChg chg="mod">
          <ac:chgData name="Neil Milburn" userId="20f09d6f-4278-439c-b0a7-29fd49a22012" providerId="ADAL" clId="{54FB4CF9-405C-490D-A9A0-0E4776F39FA7}" dt="2026-03-26T17:32:52.463" v="7958" actId="12"/>
          <ac:spMkLst>
            <pc:docMk/>
            <pc:sldMk cId="1707307395" sldId="265"/>
            <ac:spMk id="7" creationId="{D3A95488-839C-9A55-EF1E-6939FF72D6A8}"/>
          </ac:spMkLst>
        </pc:spChg>
        <pc:spChg chg="add mod">
          <ac:chgData name="Neil Milburn" userId="20f09d6f-4278-439c-b0a7-29fd49a22012" providerId="ADAL" clId="{54FB4CF9-405C-490D-A9A0-0E4776F39FA7}" dt="2026-03-26T17:34:34.341" v="7970" actId="571"/>
          <ac:spMkLst>
            <pc:docMk/>
            <pc:sldMk cId="1707307395" sldId="265"/>
            <ac:spMk id="9" creationId="{83EE907D-6B5E-AD39-3266-32D94F0973E6}"/>
          </ac:spMkLst>
        </pc:spChg>
        <pc:spChg chg="add mod">
          <ac:chgData name="Neil Milburn" userId="20f09d6f-4278-439c-b0a7-29fd49a22012" providerId="ADAL" clId="{54FB4CF9-405C-490D-A9A0-0E4776F39FA7}" dt="2026-03-26T17:34:48.257" v="7972" actId="571"/>
          <ac:spMkLst>
            <pc:docMk/>
            <pc:sldMk cId="1707307395" sldId="265"/>
            <ac:spMk id="11" creationId="{83203105-75A8-AE4F-774E-21B0720431CA}"/>
          </ac:spMkLst>
        </pc:spChg>
        <pc:picChg chg="add mod">
          <ac:chgData name="Neil Milburn" userId="20f09d6f-4278-439c-b0a7-29fd49a22012" providerId="ADAL" clId="{54FB4CF9-405C-490D-A9A0-0E4776F39FA7}" dt="2026-03-26T17:32:59.794" v="7959" actId="14100"/>
          <ac:picMkLst>
            <pc:docMk/>
            <pc:sldMk cId="1707307395" sldId="265"/>
            <ac:picMk id="4" creationId="{6DDED05A-4E3A-49F4-3DA3-56DFDB17588F}"/>
          </ac:picMkLst>
        </pc:picChg>
        <pc:picChg chg="add del mod">
          <ac:chgData name="Neil Milburn" userId="20f09d6f-4278-439c-b0a7-29fd49a22012" providerId="ADAL" clId="{54FB4CF9-405C-490D-A9A0-0E4776F39FA7}" dt="2026-03-26T16:21:37.425" v="5410" actId="478"/>
          <ac:picMkLst>
            <pc:docMk/>
            <pc:sldMk cId="1707307395" sldId="265"/>
            <ac:picMk id="5" creationId="{3D0A7634-2086-2F45-7A25-7CDFE661A17C}"/>
          </ac:picMkLst>
        </pc:picChg>
        <pc:picChg chg="add mod">
          <ac:chgData name="Neil Milburn" userId="20f09d6f-4278-439c-b0a7-29fd49a22012" providerId="ADAL" clId="{54FB4CF9-405C-490D-A9A0-0E4776F39FA7}" dt="2026-03-26T17:33:06.880" v="7960" actId="14100"/>
          <ac:picMkLst>
            <pc:docMk/>
            <pc:sldMk cId="1707307395" sldId="265"/>
            <ac:picMk id="8" creationId="{C117CE86-7FAA-D91A-8495-E3F46C8685B0}"/>
          </ac:picMkLst>
        </pc:picChg>
        <pc:picChg chg="add mod">
          <ac:chgData name="Neil Milburn" userId="20f09d6f-4278-439c-b0a7-29fd49a22012" providerId="ADAL" clId="{54FB4CF9-405C-490D-A9A0-0E4776F39FA7}" dt="2026-03-26T17:34:34.341" v="7970" actId="571"/>
          <ac:picMkLst>
            <pc:docMk/>
            <pc:sldMk cId="1707307395" sldId="265"/>
            <ac:picMk id="10" creationId="{33B6960F-8E19-86CC-85B3-6E32691E608D}"/>
          </ac:picMkLst>
        </pc:picChg>
        <pc:picChg chg="add mod">
          <ac:chgData name="Neil Milburn" userId="20f09d6f-4278-439c-b0a7-29fd49a22012" providerId="ADAL" clId="{54FB4CF9-405C-490D-A9A0-0E4776F39FA7}" dt="2026-03-26T17:34:48.257" v="7972" actId="571"/>
          <ac:picMkLst>
            <pc:docMk/>
            <pc:sldMk cId="1707307395" sldId="265"/>
            <ac:picMk id="12" creationId="{64AE437B-8668-EE33-538E-0CFB0B63EE08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03:05.170" v="8079" actId="20577"/>
        <pc:sldMkLst>
          <pc:docMk/>
          <pc:sldMk cId="2067956266" sldId="266"/>
        </pc:sldMkLst>
        <pc:spChg chg="add del">
          <ac:chgData name="Neil Milburn" userId="20f09d6f-4278-439c-b0a7-29fd49a22012" providerId="ADAL" clId="{54FB4CF9-405C-490D-A9A0-0E4776F39FA7}" dt="2026-03-26T16:30:28.894" v="6121" actId="478"/>
          <ac:spMkLst>
            <pc:docMk/>
            <pc:sldMk cId="2067956266" sldId="266"/>
            <ac:spMk id="4" creationId="{D612EC72-1422-5878-3A87-F39D22724CC9}"/>
          </ac:spMkLst>
        </pc:spChg>
        <pc:spChg chg="mod">
          <ac:chgData name="Neil Milburn" userId="20f09d6f-4278-439c-b0a7-29fd49a22012" providerId="ADAL" clId="{54FB4CF9-405C-490D-A9A0-0E4776F39FA7}" dt="2026-03-26T18:03:05.170" v="8079" actId="20577"/>
          <ac:spMkLst>
            <pc:docMk/>
            <pc:sldMk cId="2067956266" sldId="266"/>
            <ac:spMk id="7" creationId="{0E43C1E6-A275-75F4-827D-1C66C319EA1E}"/>
          </ac:spMkLst>
        </pc:spChg>
      </pc:sldChg>
      <pc:sldChg chg="addSp delSp modSp add mod modAnim">
        <pc:chgData name="Neil Milburn" userId="20f09d6f-4278-439c-b0a7-29fd49a22012" providerId="ADAL" clId="{54FB4CF9-405C-490D-A9A0-0E4776F39FA7}" dt="2026-03-26T17:40:08.772" v="7999"/>
        <pc:sldMkLst>
          <pc:docMk/>
          <pc:sldMk cId="1530901360" sldId="267"/>
        </pc:sldMkLst>
        <pc:spChg chg="del mod">
          <ac:chgData name="Neil Milburn" userId="20f09d6f-4278-439c-b0a7-29fd49a22012" providerId="ADAL" clId="{54FB4CF9-405C-490D-A9A0-0E4776F39FA7}" dt="2026-03-26T16:34:43.781" v="6363" actId="478"/>
          <ac:spMkLst>
            <pc:docMk/>
            <pc:sldMk cId="1530901360" sldId="267"/>
            <ac:spMk id="3" creationId="{B7C13E63-0AE3-079C-6F43-C4FC8C76DC48}"/>
          </ac:spMkLst>
        </pc:spChg>
        <pc:spChg chg="add mod">
          <ac:chgData name="Neil Milburn" userId="20f09d6f-4278-439c-b0a7-29fd49a22012" providerId="ADAL" clId="{54FB4CF9-405C-490D-A9A0-0E4776F39FA7}" dt="2026-03-26T17:08:53.372" v="7557" actId="1076"/>
          <ac:spMkLst>
            <pc:docMk/>
            <pc:sldMk cId="1530901360" sldId="267"/>
            <ac:spMk id="5" creationId="{127881A2-CD2B-2A36-0F50-BC0B5F034478}"/>
          </ac:spMkLst>
        </pc:spChg>
        <pc:spChg chg="add mod">
          <ac:chgData name="Neil Milburn" userId="20f09d6f-4278-439c-b0a7-29fd49a22012" providerId="ADAL" clId="{54FB4CF9-405C-490D-A9A0-0E4776F39FA7}" dt="2026-03-26T17:08:42.278" v="7556" actId="1076"/>
          <ac:spMkLst>
            <pc:docMk/>
            <pc:sldMk cId="1530901360" sldId="267"/>
            <ac:spMk id="6" creationId="{D891B6E1-2BFB-5993-4E78-6955A74C4D86}"/>
          </ac:spMkLst>
        </pc:spChg>
        <pc:spChg chg="mod">
          <ac:chgData name="Neil Milburn" userId="20f09d6f-4278-439c-b0a7-29fd49a22012" providerId="ADAL" clId="{54FB4CF9-405C-490D-A9A0-0E4776F39FA7}" dt="2026-03-26T16:55:31.375" v="7463" actId="20577"/>
          <ac:spMkLst>
            <pc:docMk/>
            <pc:sldMk cId="1530901360" sldId="267"/>
            <ac:spMk id="7" creationId="{AE41D042-D225-9B34-2993-64FD5C917C0A}"/>
          </ac:spMkLst>
        </pc:spChg>
        <pc:spChg chg="add mod">
          <ac:chgData name="Neil Milburn" userId="20f09d6f-4278-439c-b0a7-29fd49a22012" providerId="ADAL" clId="{54FB4CF9-405C-490D-A9A0-0E4776F39FA7}" dt="2026-03-26T17:09:03.519" v="7558" actId="1076"/>
          <ac:spMkLst>
            <pc:docMk/>
            <pc:sldMk cId="1530901360" sldId="267"/>
            <ac:spMk id="10" creationId="{6DC5AE16-BBD7-6E17-5EE5-A2D217C66456}"/>
          </ac:spMkLst>
        </pc:spChg>
        <pc:spChg chg="add mod">
          <ac:chgData name="Neil Milburn" userId="20f09d6f-4278-439c-b0a7-29fd49a22012" providerId="ADAL" clId="{54FB4CF9-405C-490D-A9A0-0E4776F39FA7}" dt="2026-03-26T17:13:02.101" v="7836" actId="20577"/>
          <ac:spMkLst>
            <pc:docMk/>
            <pc:sldMk cId="1530901360" sldId="267"/>
            <ac:spMk id="11" creationId="{1296A92A-D307-FDD1-02B6-33F15601464D}"/>
          </ac:spMkLst>
        </pc:spChg>
        <pc:picChg chg="mod">
          <ac:chgData name="Neil Milburn" userId="20f09d6f-4278-439c-b0a7-29fd49a22012" providerId="ADAL" clId="{54FB4CF9-405C-490D-A9A0-0E4776F39FA7}" dt="2026-03-26T17:08:16.381" v="7552" actId="1076"/>
          <ac:picMkLst>
            <pc:docMk/>
            <pc:sldMk cId="1530901360" sldId="267"/>
            <ac:picMk id="2" creationId="{99522C16-E7E8-8025-BF6B-9F054AD5CE09}"/>
          </ac:picMkLst>
        </pc:picChg>
        <pc:picChg chg="add del mod">
          <ac:chgData name="Neil Milburn" userId="20f09d6f-4278-439c-b0a7-29fd49a22012" providerId="ADAL" clId="{54FB4CF9-405C-490D-A9A0-0E4776F39FA7}" dt="2026-03-26T16:46:33.541" v="6948" actId="478"/>
          <ac:picMkLst>
            <pc:docMk/>
            <pc:sldMk cId="1530901360" sldId="267"/>
            <ac:picMk id="4" creationId="{90F080F8-B48F-775A-D8FF-C5787383929F}"/>
          </ac:picMkLst>
        </pc:picChg>
        <pc:picChg chg="add mod">
          <ac:chgData name="Neil Milburn" userId="20f09d6f-4278-439c-b0a7-29fd49a22012" providerId="ADAL" clId="{54FB4CF9-405C-490D-A9A0-0E4776F39FA7}" dt="2026-03-26T16:46:35.445" v="6949"/>
          <ac:picMkLst>
            <pc:docMk/>
            <pc:sldMk cId="1530901360" sldId="267"/>
            <ac:picMk id="8" creationId="{F9364625-6E91-1919-6148-2288D908EEF6}"/>
          </ac:picMkLst>
        </pc:picChg>
        <pc:picChg chg="add mod">
          <ac:chgData name="Neil Milburn" userId="20f09d6f-4278-439c-b0a7-29fd49a22012" providerId="ADAL" clId="{54FB4CF9-405C-490D-A9A0-0E4776F39FA7}" dt="2026-03-26T17:09:07.822" v="7559" actId="14100"/>
          <ac:picMkLst>
            <pc:docMk/>
            <pc:sldMk cId="1530901360" sldId="267"/>
            <ac:picMk id="9" creationId="{6A2C3CE9-1519-4F5A-B122-B5046E4B122D}"/>
          </ac:picMkLst>
        </pc:picChg>
      </pc:sldChg>
      <pc:sldChg chg="addSp modSp add mod ord modAnim">
        <pc:chgData name="Neil Milburn" userId="20f09d6f-4278-439c-b0a7-29fd49a22012" providerId="ADAL" clId="{54FB4CF9-405C-490D-A9A0-0E4776F39FA7}" dt="2026-03-26T17:38:55.985" v="7991"/>
        <pc:sldMkLst>
          <pc:docMk/>
          <pc:sldMk cId="792459746" sldId="268"/>
        </pc:sldMkLst>
        <pc:spChg chg="add mod">
          <ac:chgData name="Neil Milburn" userId="20f09d6f-4278-439c-b0a7-29fd49a22012" providerId="ADAL" clId="{54FB4CF9-405C-490D-A9A0-0E4776F39FA7}" dt="2026-03-26T16:48:13.651" v="6975" actId="1076"/>
          <ac:spMkLst>
            <pc:docMk/>
            <pc:sldMk cId="792459746" sldId="268"/>
            <ac:spMk id="4" creationId="{684DB861-7046-EE4B-BB49-D143D67B1AF8}"/>
          </ac:spMkLst>
        </pc:spChg>
        <pc:spChg chg="add mod">
          <ac:chgData name="Neil Milburn" userId="20f09d6f-4278-439c-b0a7-29fd49a22012" providerId="ADAL" clId="{54FB4CF9-405C-490D-A9A0-0E4776F39FA7}" dt="2026-03-26T17:07:17.472" v="7547" actId="20577"/>
          <ac:spMkLst>
            <pc:docMk/>
            <pc:sldMk cId="792459746" sldId="268"/>
            <ac:spMk id="5" creationId="{AF6CD297-DF90-7F40-3219-F9F320BA1975}"/>
          </ac:spMkLst>
        </pc:spChg>
        <pc:spChg chg="mod">
          <ac:chgData name="Neil Milburn" userId="20f09d6f-4278-439c-b0a7-29fd49a22012" providerId="ADAL" clId="{54FB4CF9-405C-490D-A9A0-0E4776F39FA7}" dt="2026-03-26T16:55:24.444" v="7461" actId="20577"/>
          <ac:spMkLst>
            <pc:docMk/>
            <pc:sldMk cId="792459746" sldId="268"/>
            <ac:spMk id="7" creationId="{72A93AB9-9434-A11B-A235-1D1E2002470A}"/>
          </ac:spMkLst>
        </pc:spChg>
        <pc:picChg chg="mod">
          <ac:chgData name="Neil Milburn" userId="20f09d6f-4278-439c-b0a7-29fd49a22012" providerId="ADAL" clId="{54FB4CF9-405C-490D-A9A0-0E4776F39FA7}" dt="2026-03-26T16:48:05.688" v="6974" actId="1076"/>
          <ac:picMkLst>
            <pc:docMk/>
            <pc:sldMk cId="792459746" sldId="268"/>
            <ac:picMk id="2" creationId="{E645398F-A6BD-CE2F-1AD1-8C76D65CC932}"/>
          </ac:picMkLst>
        </pc:picChg>
        <pc:picChg chg="add mod">
          <ac:chgData name="Neil Milburn" userId="20f09d6f-4278-439c-b0a7-29fd49a22012" providerId="ADAL" clId="{54FB4CF9-405C-490D-A9A0-0E4776F39FA7}" dt="2026-03-26T16:47:59.006" v="6972" actId="1076"/>
          <ac:picMkLst>
            <pc:docMk/>
            <pc:sldMk cId="792459746" sldId="268"/>
            <ac:picMk id="3" creationId="{CAF46038-41F2-2B02-E51F-DB1C1CE99FE3}"/>
          </ac:picMkLst>
        </pc:picChg>
      </pc:sldChg>
      <pc:sldChg chg="addSp delSp modSp add mod modAnim">
        <pc:chgData name="Neil Milburn" userId="20f09d6f-4278-439c-b0a7-29fd49a22012" providerId="ADAL" clId="{54FB4CF9-405C-490D-A9A0-0E4776F39FA7}" dt="2026-03-26T18:34:19.855" v="8886"/>
        <pc:sldMkLst>
          <pc:docMk/>
          <pc:sldMk cId="101930768" sldId="269"/>
        </pc:sldMkLst>
        <pc:spChg chg="add mod">
          <ac:chgData name="Neil Milburn" userId="20f09d6f-4278-439c-b0a7-29fd49a22012" providerId="ADAL" clId="{54FB4CF9-405C-490D-A9A0-0E4776F39FA7}" dt="2026-03-26T18:09:16.532" v="8158" actId="14100"/>
          <ac:spMkLst>
            <pc:docMk/>
            <pc:sldMk cId="101930768" sldId="269"/>
            <ac:spMk id="3" creationId="{133410EB-E894-EC0B-3E64-B948C0749E6A}"/>
          </ac:spMkLst>
        </pc:spChg>
        <pc:spChg chg="add del mod">
          <ac:chgData name="Neil Milburn" userId="20f09d6f-4278-439c-b0a7-29fd49a22012" providerId="ADAL" clId="{54FB4CF9-405C-490D-A9A0-0E4776F39FA7}" dt="2026-03-26T18:09:38.734" v="8161"/>
          <ac:spMkLst>
            <pc:docMk/>
            <pc:sldMk cId="101930768" sldId="269"/>
            <ac:spMk id="4" creationId="{3FC38024-71FE-EBED-A7F0-6ADCB54C1009}"/>
          </ac:spMkLst>
        </pc:spChg>
        <pc:spChg chg="add del mod">
          <ac:chgData name="Neil Milburn" userId="20f09d6f-4278-439c-b0a7-29fd49a22012" providerId="ADAL" clId="{54FB4CF9-405C-490D-A9A0-0E4776F39FA7}" dt="2026-03-26T18:17:24.894" v="8169"/>
          <ac:spMkLst>
            <pc:docMk/>
            <pc:sldMk cId="101930768" sldId="269"/>
            <ac:spMk id="5" creationId="{58C9E1C3-61A3-4CD1-4249-317CE07CC78C}"/>
          </ac:spMkLst>
        </pc:spChg>
        <pc:spChg chg="del">
          <ac:chgData name="Neil Milburn" userId="20f09d6f-4278-439c-b0a7-29fd49a22012" providerId="ADAL" clId="{54FB4CF9-405C-490D-A9A0-0E4776F39FA7}" dt="2026-03-26T17:13:10.391" v="7837" actId="478"/>
          <ac:spMkLst>
            <pc:docMk/>
            <pc:sldMk cId="101930768" sldId="269"/>
            <ac:spMk id="7" creationId="{3192FB5C-7FB3-5A55-E917-6D53FA611386}"/>
          </ac:spMkLst>
        </pc:spChg>
        <pc:spChg chg="add mod">
          <ac:chgData name="Neil Milburn" userId="20f09d6f-4278-439c-b0a7-29fd49a22012" providerId="ADAL" clId="{54FB4CF9-405C-490D-A9A0-0E4776F39FA7}" dt="2026-03-26T18:23:04.366" v="8382" actId="1076"/>
          <ac:spMkLst>
            <pc:docMk/>
            <pc:sldMk cId="101930768" sldId="269"/>
            <ac:spMk id="11" creationId="{E082DF1B-3C62-4492-C409-0A8F02A6FD0B}"/>
          </ac:spMkLst>
        </pc:spChg>
        <pc:spChg chg="add mod">
          <ac:chgData name="Neil Milburn" userId="20f09d6f-4278-439c-b0a7-29fd49a22012" providerId="ADAL" clId="{54FB4CF9-405C-490D-A9A0-0E4776F39FA7}" dt="2026-03-26T18:32:39.506" v="8875" actId="14100"/>
          <ac:spMkLst>
            <pc:docMk/>
            <pc:sldMk cId="101930768" sldId="269"/>
            <ac:spMk id="12" creationId="{2E78829B-29AD-BF78-FA25-8F113CD26FE4}"/>
          </ac:spMkLst>
        </pc:spChg>
        <pc:picChg chg="add del mod">
          <ac:chgData name="Neil Milburn" userId="20f09d6f-4278-439c-b0a7-29fd49a22012" providerId="ADAL" clId="{54FB4CF9-405C-490D-A9A0-0E4776F39FA7}" dt="2026-03-26T18:17:24.894" v="8167" actId="478"/>
          <ac:picMkLst>
            <pc:docMk/>
            <pc:sldMk cId="101930768" sldId="269"/>
            <ac:picMk id="8" creationId="{E7B7C43F-6A9D-1FE3-FC5C-8580BB21E25C}"/>
          </ac:picMkLst>
        </pc:picChg>
        <pc:picChg chg="add mod">
          <ac:chgData name="Neil Milburn" userId="20f09d6f-4278-439c-b0a7-29fd49a22012" providerId="ADAL" clId="{54FB4CF9-405C-490D-A9A0-0E4776F39FA7}" dt="2026-03-26T18:22:57.869" v="8381" actId="1076"/>
          <ac:picMkLst>
            <pc:docMk/>
            <pc:sldMk cId="101930768" sldId="269"/>
            <ac:picMk id="10" creationId="{77AAF8A1-8E51-E176-45F2-16024470FDA6}"/>
          </ac:picMkLst>
        </pc:picChg>
        <pc:picChg chg="add mod">
          <ac:chgData name="Neil Milburn" userId="20f09d6f-4278-439c-b0a7-29fd49a22012" providerId="ADAL" clId="{54FB4CF9-405C-490D-A9A0-0E4776F39FA7}" dt="2026-03-26T18:32:48.173" v="8876" actId="14100"/>
          <ac:picMkLst>
            <pc:docMk/>
            <pc:sldMk cId="101930768" sldId="269"/>
            <ac:picMk id="14" creationId="{0652D20F-068B-C9DF-E462-A03EA57F2F0F}"/>
          </ac:picMkLst>
        </pc:picChg>
      </pc:sldChg>
      <pc:sldChg chg="new del">
        <pc:chgData name="Neil Milburn" userId="20f09d6f-4278-439c-b0a7-29fd49a22012" providerId="ADAL" clId="{54FB4CF9-405C-490D-A9A0-0E4776F39FA7}" dt="2026-03-26T17:13:27.207" v="7839" actId="47"/>
        <pc:sldMkLst>
          <pc:docMk/>
          <pc:sldMk cId="809844405" sldId="270"/>
        </pc:sldMkLst>
      </pc:sldChg>
      <pc:sldChg chg="new del">
        <pc:chgData name="Neil Milburn" userId="20f09d6f-4278-439c-b0a7-29fd49a22012" providerId="ADAL" clId="{54FB4CF9-405C-490D-A9A0-0E4776F39FA7}" dt="2026-03-26T17:40:31.431" v="8001" actId="47"/>
        <pc:sldMkLst>
          <pc:docMk/>
          <pc:sldMk cId="1511948413" sldId="270"/>
        </pc:sldMkLst>
      </pc:sldChg>
      <pc:sldChg chg="add">
        <pc:chgData name="Neil Milburn" userId="20f09d6f-4278-439c-b0a7-29fd49a22012" providerId="ADAL" clId="{54FB4CF9-405C-490D-A9A0-0E4776F39FA7}" dt="2026-03-26T18:07:52.718" v="8080" actId="2890"/>
        <pc:sldMkLst>
          <pc:docMk/>
          <pc:sldMk cId="4062852643" sldId="270"/>
        </pc:sldMkLst>
      </pc:sldChg>
    </pc:docChg>
  </pc:docChgLst>
  <pc:docChgLst>
    <pc:chgData name="John Quinn" userId="S::jquinn@exosaero.com::49ef7d68-749c-4dd8-b137-19339c5a9f8b" providerId="AD" clId="Web-{74C85A65-8EA1-F1CD-9B2D-3D6A56E6C0DA}"/>
    <pc:docChg chg="modSld">
      <pc:chgData name="John Quinn" userId="S::jquinn@exosaero.com::49ef7d68-749c-4dd8-b137-19339c5a9f8b" providerId="AD" clId="Web-{74C85A65-8EA1-F1CD-9B2D-3D6A56E6C0DA}" dt="2026-03-30T13:13:26.940" v="0"/>
      <pc:docMkLst>
        <pc:docMk/>
      </pc:docMkLst>
      <pc:sldChg chg="delSp delAnim">
        <pc:chgData name="John Quinn" userId="S::jquinn@exosaero.com::49ef7d68-749c-4dd8-b137-19339c5a9f8b" providerId="AD" clId="Web-{74C85A65-8EA1-F1CD-9B2D-3D6A56E6C0DA}" dt="2026-03-30T13:13:26.940" v="0"/>
        <pc:sldMkLst>
          <pc:docMk/>
          <pc:sldMk cId="595389411" sldId="258"/>
        </pc:sldMkLst>
        <pc:picChg chg="del">
          <ac:chgData name="John Quinn" userId="S::jquinn@exosaero.com::49ef7d68-749c-4dd8-b137-19339c5a9f8b" providerId="AD" clId="Web-{74C85A65-8EA1-F1CD-9B2D-3D6A56E6C0DA}" dt="2026-03-30T13:13:26.940" v="0"/>
          <ac:picMkLst>
            <pc:docMk/>
            <pc:sldMk cId="595389411" sldId="258"/>
            <ac:picMk id="5" creationId="{DDCE7120-2CAB-4F3B-F7EF-93A2E9419E6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jpe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0"/>
            <a:ext cx="6624440" cy="3434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05014"/>
            <a:ext cx="9901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INNOVATIVE SPACE CARRIER - EXOS </a:t>
            </a:r>
          </a:p>
          <a:p>
            <a:pPr algn="ctr"/>
            <a:r>
              <a:rPr lang="en-US" sz="4800"/>
              <a:t>ASCA ETV</a:t>
            </a:r>
          </a:p>
          <a:p>
            <a:pPr algn="ctr"/>
            <a:r>
              <a:rPr lang="en-US" sz="4800"/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245014"/>
            <a:ext cx="23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632950" cy="3429000"/>
          </a:xfrm>
          <a:prstGeom prst="rect">
            <a:avLst/>
          </a:prstGeom>
        </p:spPr>
      </p:pic>
      <p:pic>
        <p:nvPicPr>
          <p:cNvPr id="27" name="Picture 26" descr="Exos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866441"/>
            <a:ext cx="6017649" cy="3798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118673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/>
              <a:t>ASCA 1.0</a:t>
            </a:r>
            <a:endParaRPr lang="en-US" sz="3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314178"/>
            <a:ext cx="544117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Flight altitude: 0.1 km (328ft)</a:t>
            </a:r>
            <a:br>
              <a:rPr lang="en-US" sz="2400"/>
            </a:br>
            <a:r>
              <a:rPr lang="en-US" sz="2400"/>
              <a:t>・Purpose: Demonstration of vertical takeoff and landing</a:t>
            </a:r>
            <a:br>
              <a:rPr lang="en-US" sz="2400"/>
            </a:br>
            <a:r>
              <a:rPr lang="en-US" sz="2400"/>
              <a:t>・Features:</a:t>
            </a:r>
            <a:br>
              <a:rPr lang="en-US" sz="2400"/>
            </a:br>
            <a:r>
              <a:rPr lang="en-US" sz="2400"/>
              <a:t>     - Hadley engines (2?)</a:t>
            </a:r>
            <a:br>
              <a:rPr lang="en-US" sz="2400"/>
            </a:br>
            <a:r>
              <a:rPr lang="en-US" sz="2400"/>
              <a:t>     -  ~40% of the airframe mass </a:t>
            </a:r>
          </a:p>
          <a:p>
            <a:r>
              <a:rPr lang="en-US" sz="2400"/>
              <a:t>         3D-printed</a:t>
            </a:r>
            <a:br>
              <a:rPr lang="en-US" sz="2400"/>
            </a:br>
            <a:r>
              <a:rPr lang="en-US" sz="2400"/>
              <a:t>     -  Adoption of Model Predictive  </a:t>
            </a:r>
          </a:p>
          <a:p>
            <a:r>
              <a:rPr lang="en-US" sz="2400"/>
              <a:t>         Control</a:t>
            </a:r>
            <a:r>
              <a:rPr lang="en-US" sz="2800"/>
              <a:t> (MPC) for powered</a:t>
            </a:r>
          </a:p>
          <a:p>
            <a:r>
              <a:rPr lang="en-US" sz="2800"/>
              <a:t>        landing</a:t>
            </a:r>
            <a:br>
              <a:rPr lang="en-US"/>
            </a:br>
            <a:r>
              <a:rPr lang="en-US"/>
              <a:t>      - </a:t>
            </a:r>
            <a:r>
              <a:rPr lang="en-US" sz="2400"/>
              <a:t>Autonomous flight safety measures</a:t>
            </a:r>
          </a:p>
          <a:p>
            <a:r>
              <a:rPr lang="en-US" sz="2400"/>
              <a:t>    - Spaceport America (NM, USA)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61604"/>
            <a:ext cx="11826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Replacing various components to evaluate</a:t>
            </a:r>
          </a:p>
        </p:txBody>
      </p:sp>
      <p:pic>
        <p:nvPicPr>
          <p:cNvPr id="19" name="Picture 18" descr="Exos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698763"/>
            <a:ext cx="11925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/>
              <a:t>This video shows a “boosted hop”, engine always on, to </a:t>
            </a:r>
            <a:r>
              <a:rPr lang="en-US" sz="2800" b="1"/>
              <a:t>1,200m </a:t>
            </a:r>
            <a:r>
              <a:rPr lang="en-US" sz="2800"/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263266"/>
            <a:ext cx="541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err="1"/>
              <a:t>SuperMOD</a:t>
            </a:r>
            <a:r>
              <a:rPr lang="en-US" sz="3600" b="1"/>
              <a:t> VTVL </a:t>
            </a:r>
          </a:p>
        </p:txBody>
      </p:sp>
      <p:pic>
        <p:nvPicPr>
          <p:cNvPr id="19" name="Picture 18" descr="Exos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171742"/>
            <a:ext cx="4014343" cy="585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171742"/>
            <a:ext cx="75839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/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6028470"/>
            <a:ext cx="3871143" cy="52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EXOS HVRR RDRE</a:t>
            </a:r>
          </a:p>
        </p:txBody>
      </p:sp>
      <p:pic>
        <p:nvPicPr>
          <p:cNvPr id="27" name="Picture 26" descr="Exos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149003"/>
            <a:ext cx="6766222" cy="302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175445"/>
            <a:ext cx="313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682555"/>
            <a:ext cx="121372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/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/>
              <a:t>Two-stage recovery, with supersonic decelerator ballute and GPS guided Joint Precision Air Drop System [JPADS] main chute.</a:t>
            </a:r>
          </a:p>
        </p:txBody>
      </p:sp>
      <p:pic>
        <p:nvPicPr>
          <p:cNvPr id="19" name="Picture 18" descr="Exos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Hosokuni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en-US" sz="2800" err="1">
                <a:solidFill>
                  <a:srgbClr val="000000"/>
                </a:solidFill>
                <a:latin typeface="Aptos" panose="020B0004020202020204" pitchFamily="34" charset="0"/>
              </a:rPr>
              <a:t>san</a:t>
            </a:r>
            <a:r>
              <a:rPr lang="en-US" altLang="en-US" sz="2800">
                <a:solidFill>
                  <a:srgbClr val="000000"/>
                </a:solidFill>
                <a:latin typeface="Aptos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Simple, robust, pressure-fed (no turbopump!) &amp; film-cooled chambe</a:t>
            </a:r>
            <a:r>
              <a:rPr lang="en-US" altLang="en-US" sz="2800">
                <a:latin typeface="Aptos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>
                <a:latin typeface="Aptos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ptos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Thrust Termination System [TTS] back up to Main Flight Computer</a:t>
            </a:r>
          </a:p>
        </p:txBody>
      </p:sp>
      <p:pic>
        <p:nvPicPr>
          <p:cNvPr id="43" name="Picture 42" descr="Exos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lang="en-US" altLang="en-US" sz="2800">
                <a:latin typeface="Arial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V</a:t>
            </a:r>
            <a:r>
              <a:rPr lang="en-US" altLang="en-US" sz="2800">
                <a:latin typeface="Arial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 and aft “skirts” allow nesting of m</a:t>
            </a:r>
            <a:r>
              <a:rPr lang="en-US" altLang="en-US" sz="2800">
                <a:latin typeface="Arial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EXOS-SSLC CFC technology </a:t>
            </a:r>
            <a:r>
              <a:rPr lang="en-US" altLang="en-US" sz="2800">
                <a:latin typeface="Arial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  <p:pic>
        <p:nvPicPr>
          <p:cNvPr id="43" name="Picture 42" descr="Exos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739186"/>
            <a:ext cx="119948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739186"/>
            <a:ext cx="11994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err="1">
                <a:latin typeface="Arial" panose="020B0604020202020204" pitchFamily="34" charset="0"/>
              </a:rPr>
              <a:t>Systron</a:t>
            </a:r>
            <a:r>
              <a:rPr lang="en-US" altLang="en-US" sz="2800">
                <a:latin typeface="Arial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signal to independent Watchdog Computer [WDC] so in event of </a:t>
            </a:r>
            <a:r>
              <a:rPr lang="en-US" altLang="en-US" sz="2800">
                <a:latin typeface="Arial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739186"/>
            <a:ext cx="11994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</a:t>
            </a:r>
            <a:r>
              <a:rPr lang="en-US" altLang="en-US" sz="2800">
                <a:latin typeface="Arial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26809"/>
            <a:ext cx="4538985" cy="2822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01936"/>
            <a:ext cx="4041013" cy="2868018"/>
          </a:xfrm>
          <a:prstGeom prst="rect">
            <a:avLst/>
          </a:prstGeom>
        </p:spPr>
      </p:pic>
      <p:pic>
        <p:nvPicPr>
          <p:cNvPr id="23" name="Picture 22" descr="Exos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>
                <a:latin typeface="Arial" panose="020B0604020202020204" pitchFamily="34" charset="0"/>
              </a:rPr>
              <a:t>EXOS can obtain </a:t>
            </a:r>
            <a:r>
              <a:rPr lang="en-US" sz="2800"/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 missions in the USA, EXOS can apply for 12CFR </a:t>
            </a:r>
            <a:r>
              <a:rPr lang="en-US" sz="2800"/>
              <a:t>§123 “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 can assist ISC with license to conduct test missions in Japan (Hokkaido Spaceport?)</a:t>
            </a:r>
          </a:p>
        </p:txBody>
      </p:sp>
      <p:pic>
        <p:nvPicPr>
          <p:cNvPr id="27" name="Picture 26" descr="Exos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095089"/>
            <a:ext cx="3619740" cy="5141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6110144"/>
            <a:ext cx="2751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040335"/>
            <a:ext cx="79777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~$3.0M and 12-months to free flights</a:t>
            </a:r>
          </a:p>
        </p:txBody>
      </p:sp>
      <p:pic>
        <p:nvPicPr>
          <p:cNvPr id="31" name="Picture 30" descr="Exos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631865"/>
            <a:ext cx="251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672422"/>
            <a:ext cx="5758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742201"/>
            <a:ext cx="6236537" cy="2845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55085"/>
            <a:ext cx="602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11319"/>
            <a:ext cx="5808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~$4.5M and 18.months to free flights. </a:t>
            </a:r>
          </a:p>
        </p:txBody>
      </p:sp>
      <p:pic>
        <p:nvPicPr>
          <p:cNvPr id="35" name="Picture 34" descr="Exos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87912" y="6172200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0"/>
            <a:ext cx="10113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689704"/>
            <a:ext cx="4758165" cy="2787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744813"/>
            <a:ext cx="63405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Point to Point [</a:t>
            </a:r>
            <a:r>
              <a:rPr lang="en-US" sz="2800" err="1"/>
              <a:t>PtP</a:t>
            </a:r>
            <a:r>
              <a:rPr lang="en-US" sz="2800"/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641174"/>
            <a:ext cx="96605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/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077202"/>
            <a:ext cx="2407736" cy="3780798"/>
          </a:xfrm>
          <a:prstGeom prst="rect">
            <a:avLst/>
          </a:prstGeom>
        </p:spPr>
      </p:pic>
      <p:pic>
        <p:nvPicPr>
          <p:cNvPr id="29" name="Picture 28" descr="Exos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Exos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912" y="73152"/>
            <a:ext cx="59436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917a3f04-5547-4e83-a675-a0677bb25779"/>
    <ds:schemaRef ds:uri="e1558a10-1879-455f-b4fa-cfdedf85505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917a3f04-5547-4e83-a675-a0677bb25779"/>
    <ds:schemaRef ds:uri="e1558a10-1879-455f-b4fa-cfdedf85505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revision>1</cp:revision>
  <dcterms:created xsi:type="dcterms:W3CDTF">2026-03-25T21:27:39Z</dcterms:created>
  <dcterms:modified xsi:type="dcterms:W3CDTF">2026-03-30T13:13:28Z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